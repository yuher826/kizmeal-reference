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66" d="100"/>
          <a:sy n="66" d="100"/>
        </p:scale>
        <p:origin x="-2290" y="6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38" y="8457419"/>
            <a:ext cx="6728400" cy="1713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154</cp:revision>
  <cp:lastPrinted>2026-05-08T00:58:49Z</cp:lastPrinted>
  <dcterms:modified xsi:type="dcterms:W3CDTF">2026-06-25T01:49:04Z</dcterms:modified>
</cp:coreProperties>
</file>