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찰리스빅레드하우스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유기농보리차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787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156</cp:revision>
  <cp:lastPrinted>2026-05-08T00:58:49Z</cp:lastPrinted>
  <dcterms:modified xsi:type="dcterms:W3CDTF">2026-06-24T01:45:32Z</dcterms:modified>
</cp:coreProperties>
</file>