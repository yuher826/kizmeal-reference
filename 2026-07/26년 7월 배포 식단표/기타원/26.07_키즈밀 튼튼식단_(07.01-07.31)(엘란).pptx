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73" r:id="rId2"/>
    <p:sldId id="274" r:id="rId3"/>
    <p:sldId id="275" r:id="rId4"/>
    <p:sldId id="276" r:id="rId5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57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41835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삶은계란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현미쌀강정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baseline="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baseline="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초코카스테라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13544" y="1136900"/>
            <a:ext cx="5673086" cy="7415210"/>
            <a:chOff x="593619" y="1121402"/>
            <a:chExt cx="5673086" cy="7415210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282474" y="112379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33288" y="112379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5985992" y="112140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06787" y="291290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56176" y="291054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295628" y="2908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46442" y="290876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5983906" y="29063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593619" y="47146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43008" y="47122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282460" y="47104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33274" y="47104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5985978" y="47080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1907" y="646514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55200" y="646887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0748" y="647319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1562" y="64671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5998170" y="64647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4330" y="8289779"/>
            <a:ext cx="6732000" cy="172080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34375959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삶은계란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4614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6870" y="8298415"/>
            <a:ext cx="6724800" cy="171000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삶은계란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추쌈장무침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현미쌀강정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초코카스테라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1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22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13544" y="1136900"/>
            <a:ext cx="5673086" cy="7415210"/>
            <a:chOff x="593619" y="1121402"/>
            <a:chExt cx="5673086" cy="7415210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282474" y="112379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33288" y="112379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5985992" y="112140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06787" y="291290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56176" y="291054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295628" y="2908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46442" y="290876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5983906" y="290637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593619" y="47146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43008" y="47122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282460" y="47104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33274" y="47104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5985978" y="47080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1907" y="646514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55200" y="646887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0748" y="647319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1562" y="64671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5998170" y="64647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5" name="그림 1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4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82" name="그림 181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4330" y="8289779"/>
            <a:ext cx="6732000" cy="1720800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34375959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삶은계란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1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엘란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4614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22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5" name="그림 1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4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55" name="그림 154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6870" y="8298415"/>
            <a:ext cx="6724800" cy="1710000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2006</Words>
  <Application>Microsoft Office PowerPoint</Application>
  <PresentationFormat>사용자 지정</PresentationFormat>
  <Paragraphs>620</Paragraphs>
  <Slides>4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166</cp:revision>
  <cp:lastPrinted>2026-05-08T00:58:49Z</cp:lastPrinted>
  <dcterms:modified xsi:type="dcterms:W3CDTF">2026-06-24T05:05:47Z</dcterms:modified>
</cp:coreProperties>
</file>