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72" y="239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럭스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70" y="8458435"/>
            <a:ext cx="6724800" cy="171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799</Words>
  <Application>Microsoft Office PowerPoint</Application>
  <PresentationFormat>사용자 지정</PresentationFormat>
  <Paragraphs>243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165</cp:revision>
  <cp:lastPrinted>2026-05-08T00:58:49Z</cp:lastPrinted>
  <dcterms:modified xsi:type="dcterms:W3CDTF">2026-06-25T01:43:26Z</dcterms:modified>
</cp:coreProperties>
</file>