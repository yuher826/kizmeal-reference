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878" y="142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잉글리쉬파크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초코카스테라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3475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772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159</cp:revision>
  <cp:lastPrinted>2026-05-08T00:58:49Z</cp:lastPrinted>
  <dcterms:modified xsi:type="dcterms:W3CDTF">2026-06-25T03:09:57Z</dcterms:modified>
</cp:coreProperties>
</file>