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metadata" ContentType="application/binary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72" r:id="rId2"/>
  </p:sldIdLst>
  <p:sldSz cx="7556500" cy="10680700"/>
  <p:notesSz cx="6797675" cy="9926638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 xmlns="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 xmlns="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146152"/>
    <a:srgbClr val="F0F8F3"/>
    <a:srgbClr val="006600"/>
    <a:srgbClr val="FF3300"/>
    <a:srgbClr val="339966"/>
    <a:srgbClr val="336600"/>
    <a:srgbClr val="84B29C"/>
    <a:srgbClr val="339933"/>
    <a:srgbClr val="F2EEE8"/>
    <a:srgbClr val="FCF8F7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7" autoAdjust="0"/>
    <p:restoredTop sz="94670"/>
  </p:normalViewPr>
  <p:slideViewPr>
    <p:cSldViewPr snapToGrid="0">
      <p:cViewPr>
        <p:scale>
          <a:sx n="150" d="100"/>
          <a:sy n="150" d="100"/>
        </p:scale>
        <p:origin x="-283" y="4810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5153"/>
            <a:ext cx="4984962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:a16="http://schemas.microsoft.com/office/drawing/2014/main" xmlns="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:a16="http://schemas.microsoft.com/office/drawing/2014/main" xmlns="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5153"/>
            <a:ext cx="4984962" cy="44669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:a16="http://schemas.microsoft.com/office/drawing/2014/main" xmlns="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807957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:a16="http://schemas.microsoft.com/office/drawing/2014/main" xmlns="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:a16="http://schemas.microsoft.com/office/drawing/2014/main" xmlns="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ko-KR" altLang="en-US" sz="1200" dirty="0" err="1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하남랜퍼스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:a16="http://schemas.microsoft.com/office/drawing/2014/main" xmlns="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altLang="ko-KR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JUL.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:a16="http://schemas.microsoft.com/office/drawing/2014/main" xmlns="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3480142654"/>
              </p:ext>
            </p:extLst>
          </p:nvPr>
        </p:nvGraphicFramePr>
        <p:xfrm>
          <a:off x="194988" y="1156203"/>
          <a:ext cx="7166525" cy="9015527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126499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sz="600" b="0" i="0" u="none" strike="noStrike" cap="none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맑은닭곰탕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⑮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오징어볼강정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⑤⑥⑰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사과오이무침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유기농김자반</a:t>
                      </a:r>
                      <a:endParaRPr lang="ko-KR" altLang="en-US" sz="85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465Kcal(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20)</a:t>
                      </a:r>
                      <a:endParaRPr lang="ko-KR" altLang="en-US" sz="85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호박된장국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부추전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①⑤⑥⑨⑰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새송이조림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소고기미역국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등심돈까스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①⑤⑥⑩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참깨브라운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S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⑤⑥⑫⑬⑯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블루베리보코치니샐러드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씨앗볶음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⑤⑥⑭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우리밀핫도그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①②⑤⑥⑩⑮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algn="ctr" fontAlgn="ctr"/>
                      <a:r>
                        <a:rPr lang="ko-KR" altLang="en-US" sz="7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유기농요구르트</a:t>
                      </a:r>
                      <a:r>
                        <a:rPr lang="ko-KR" altLang="en-US" sz="70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i="0" u="none" strike="noStrike" baseline="0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 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130Kcal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삶은계란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레몬에이드</a:t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125Kcal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초코브라우니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185Kcal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크랜베리스콘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algn="ctr" fontAlgn="ctr"/>
                      <a:r>
                        <a:rPr lang="ko-KR" altLang="en-US" sz="7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무항생제멸균우유</a:t>
                      </a:r>
                      <a:r>
                        <a:rPr lang="ko-KR" altLang="en-US" sz="70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 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180Kcal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과일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7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유기농요구르트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110Kcal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찐만두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⑤⑥⑩⑯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사과주스</a:t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140Kcal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26499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콩나물국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모로코식찜닭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②⑤⑥⑫⑮⑯⑱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453Kcal(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양송이스프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함박스테이크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브로콜리샐러드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크랜베리멸치볶음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472Kcal(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양배추쌈장무침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명엽채조림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찰보리밥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순두부국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닭고기떡조림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해물동그랑땡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①⑤⑥⑯⑰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캐슈넛볶음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미트하이라이스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②⑤⑥⑩⑫⑮⑯⑱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코코넛새우튀김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⑥⑨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타르타르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오리엔탈코우슬로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유자단무지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464Kcal(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54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그래놀라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야채어묵바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딸기주스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미니츄러스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칼슘젤리스틱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⑪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우리밀카스테라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endParaRPr lang="en-US" altLang="ko-KR" sz="7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7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인절미과자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무항생제멸균우유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163Kcal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고구마바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갈릭크림빵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  <a:r>
                        <a:rPr lang="ko-KR" altLang="en-US" sz="7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찐감자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유기농푸룬주스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134Kcal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126499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소고기버섯국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무항생제비엔나볶음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⑤⑩⑯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토마토파프리카무침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두부된장국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제육볶음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청경채나물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오징어실채조림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흰깍두기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452Kcal(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하와이안카레라이스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②⑤⑥⑬⑮⑯⑱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옥수수치킨강정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유러피안샐러드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①②⑤⑥⑬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상하아이스주스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소고기미역국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우유계란찜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새우살냉채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모듬콩자반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곡물바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자몽에이드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삶은계란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하트파이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무항생제멸균우유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야채샌드위치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무항생제멸균우유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700" b="0" i="0" u="none" strike="noStrike" cap="none" baseline="0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168Kcal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126499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오색어묵탕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달콤닭갈비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해물파전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팽이맑은국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도토리묵무침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유자청멸치볶음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돈육자장덮밥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계란후라이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그릴치킨샐러드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아몬드꿀조림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꼬들단무지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감자된장국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돈사태한방찜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애호박나물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우엉조림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453Kcal(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투움바스파게티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라구크로켓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비타민샐러드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흑임자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무지개피클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474Kcal(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현미쌀씨리얼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군만두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⑤⑥⑩⑯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포도주스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콘버터구이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163Kcal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크로와상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라이스칩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무항생제멸균우유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129Kcal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두부스틱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감귤한라봉주스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쉬폰케익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무항생제멸균우유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700" b="0" i="0" u="none" strike="noStrike" cap="none" baseline="0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191Kcal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현미쌀강정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85Kcal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1193343">
                <a:tc row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</a:t>
                      </a:r>
                      <a:r>
                        <a:rPr 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262508"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  <a:tr h="262508"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4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:a16="http://schemas.microsoft.com/office/drawing/2014/main" xmlns="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:a16="http://schemas.microsoft.com/office/drawing/2014/main" xmlns="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:a16="http://schemas.microsoft.com/office/drawing/2014/main" xmlns="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:a16="http://schemas.microsoft.com/office/drawing/2014/main" xmlns="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:a16="http://schemas.microsoft.com/office/drawing/2014/main" xmlns="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:a16="http://schemas.microsoft.com/office/drawing/2014/main" xmlns="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:a16="http://schemas.microsoft.com/office/drawing/2014/main" xmlns="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:a16="http://schemas.microsoft.com/office/drawing/2014/main" xmlns="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:a16="http://schemas.microsoft.com/office/drawing/2014/main" xmlns="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:a16="http://schemas.microsoft.com/office/drawing/2014/main" xmlns="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:a16="http://schemas.microsoft.com/office/drawing/2014/main" xmlns="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:a16="http://schemas.microsoft.com/office/drawing/2014/main" xmlns="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:a16="http://schemas.microsoft.com/office/drawing/2014/main" xmlns="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:a16="http://schemas.microsoft.com/office/drawing/2014/main" xmlns="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:a16="http://schemas.microsoft.com/office/drawing/2014/main" xmlns="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:a16="http://schemas.microsoft.com/office/drawing/2014/main" xmlns="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:a16="http://schemas.microsoft.com/office/drawing/2014/main" xmlns="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:a16="http://schemas.microsoft.com/office/drawing/2014/main" xmlns="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:a16="http://schemas.microsoft.com/office/drawing/2014/main" xmlns="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:a16="http://schemas.microsoft.com/office/drawing/2014/main" xmlns="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:a16="http://schemas.microsoft.com/office/drawing/2014/main" xmlns="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:a16="http://schemas.microsoft.com/office/drawing/2014/main" xmlns="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:a16="http://schemas.microsoft.com/office/drawing/2014/main" xmlns="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:a16="http://schemas.microsoft.com/office/drawing/2014/main" xmlns="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:a16="http://schemas.microsoft.com/office/drawing/2014/main" xmlns="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:a16="http://schemas.microsoft.com/office/drawing/2014/main" xmlns="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:a16="http://schemas.microsoft.com/office/drawing/2014/main" xmlns="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:a16="http://schemas.microsoft.com/office/drawing/2014/main" xmlns="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:a16="http://schemas.microsoft.com/office/drawing/2014/main" xmlns="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:a16="http://schemas.microsoft.com/office/drawing/2014/main" xmlns="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:a16="http://schemas.microsoft.com/office/drawing/2014/main" xmlns="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:a16="http://schemas.microsoft.com/office/drawing/2014/main" xmlns="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:a16="http://schemas.microsoft.com/office/drawing/2014/main" xmlns="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:a16="http://schemas.microsoft.com/office/drawing/2014/main" xmlns="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:a16="http://schemas.microsoft.com/office/drawing/2014/main" xmlns="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:a16="http://schemas.microsoft.com/office/drawing/2014/main" xmlns="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:a16="http://schemas.microsoft.com/office/drawing/2014/main" xmlns="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:a16="http://schemas.microsoft.com/office/drawing/2014/main" xmlns="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:a16="http://schemas.microsoft.com/office/drawing/2014/main" xmlns="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:a16="http://schemas.microsoft.com/office/drawing/2014/main" xmlns="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:a16="http://schemas.microsoft.com/office/drawing/2014/main" xmlns="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:a16="http://schemas.microsoft.com/office/drawing/2014/main" xmlns="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:a16="http://schemas.microsoft.com/office/drawing/2014/main" xmlns="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:a16="http://schemas.microsoft.com/office/drawing/2014/main" xmlns="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:a16="http://schemas.microsoft.com/office/drawing/2014/main" xmlns="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:a16="http://schemas.microsoft.com/office/drawing/2014/main" xmlns="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:a16="http://schemas.microsoft.com/office/drawing/2014/main" xmlns="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:a16="http://schemas.microsoft.com/office/drawing/2014/main" xmlns="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:a16="http://schemas.microsoft.com/office/drawing/2014/main" xmlns="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:a16="http://schemas.microsoft.com/office/drawing/2014/main" xmlns="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:a16="http://schemas.microsoft.com/office/drawing/2014/main" xmlns="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:a16="http://schemas.microsoft.com/office/drawing/2014/main" xmlns="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:a16="http://schemas.microsoft.com/office/drawing/2014/main" xmlns="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:a16="http://schemas.microsoft.com/office/drawing/2014/main" xmlns="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:a16="http://schemas.microsoft.com/office/drawing/2014/main" xmlns="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:a16="http://schemas.microsoft.com/office/drawing/2014/main" xmlns="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:a16="http://schemas.microsoft.com/office/drawing/2014/main" xmlns="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:a16="http://schemas.microsoft.com/office/drawing/2014/main" xmlns="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:a16="http://schemas.microsoft.com/office/drawing/2014/main" xmlns="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:a16="http://schemas.microsoft.com/office/drawing/2014/main" xmlns="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:a16="http://schemas.microsoft.com/office/drawing/2014/main" xmlns="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:a16="http://schemas.microsoft.com/office/drawing/2014/main" xmlns="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:a16="http://schemas.microsoft.com/office/drawing/2014/main" xmlns="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:a16="http://schemas.microsoft.com/office/drawing/2014/main" xmlns="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:a16="http://schemas.microsoft.com/office/drawing/2014/main" xmlns="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:a16="http://schemas.microsoft.com/office/drawing/2014/main" xmlns="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:a16="http://schemas.microsoft.com/office/drawing/2014/main" xmlns="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:a16="http://schemas.microsoft.com/office/drawing/2014/main" xmlns="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:a16="http://schemas.microsoft.com/office/drawing/2014/main" xmlns="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:a16="http://schemas.microsoft.com/office/drawing/2014/main" xmlns="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:a16="http://schemas.microsoft.com/office/drawing/2014/main" xmlns="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:a16="http://schemas.microsoft.com/office/drawing/2014/main" xmlns="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:a16="http://schemas.microsoft.com/office/drawing/2014/main" xmlns="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:a16="http://schemas.microsoft.com/office/drawing/2014/main" xmlns="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:a16="http://schemas.microsoft.com/office/drawing/2014/main" xmlns="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:a16="http://schemas.microsoft.com/office/drawing/2014/main" xmlns="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:a16="http://schemas.microsoft.com/office/drawing/2014/main" xmlns="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:a16="http://schemas.microsoft.com/office/drawing/2014/main" xmlns="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:a16="http://schemas.microsoft.com/office/drawing/2014/main" xmlns="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:a16="http://schemas.microsoft.com/office/drawing/2014/main" xmlns="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:a16="http://schemas.microsoft.com/office/drawing/2014/main" xmlns="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:a16="http://schemas.microsoft.com/office/drawing/2014/main" xmlns="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:a16="http://schemas.microsoft.com/office/drawing/2014/main" xmlns="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:a16="http://schemas.microsoft.com/office/drawing/2014/main" xmlns="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:a16="http://schemas.microsoft.com/office/drawing/2014/main" xmlns="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:a16="http://schemas.microsoft.com/office/drawing/2014/main" xmlns="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:a16="http://schemas.microsoft.com/office/drawing/2014/main" xmlns="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:a16="http://schemas.microsoft.com/office/drawing/2014/main" xmlns="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:a16="http://schemas.microsoft.com/office/drawing/2014/main" xmlns="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:a16="http://schemas.microsoft.com/office/drawing/2014/main" xmlns="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:a16="http://schemas.microsoft.com/office/drawing/2014/main" xmlns="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:a16="http://schemas.microsoft.com/office/drawing/2014/main" xmlns="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:a16="http://schemas.microsoft.com/office/drawing/2014/main" xmlns="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:a16="http://schemas.microsoft.com/office/drawing/2014/main" xmlns="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xmlns="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:a16="http://schemas.microsoft.com/office/drawing/2014/main" xmlns="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:a16="http://schemas.microsoft.com/office/drawing/2014/main" xmlns="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:a16="http://schemas.microsoft.com/office/drawing/2014/main" xmlns="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:a16="http://schemas.microsoft.com/office/drawing/2014/main" xmlns="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:a16="http://schemas.microsoft.com/office/drawing/2014/main" xmlns="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:a16="http://schemas.microsoft.com/office/drawing/2014/main" xmlns="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:a16="http://schemas.microsoft.com/office/drawing/2014/main" xmlns="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xmlns="" id="{60B7A35F-4461-49C3-5F0F-D6E036B37ED8}"/>
              </a:ext>
            </a:extLst>
          </p:cNvPr>
          <p:cNvGrpSpPr/>
          <p:nvPr/>
        </p:nvGrpSpPr>
        <p:grpSpPr>
          <a:xfrm>
            <a:off x="229924" y="10201440"/>
            <a:ext cx="7146829" cy="323165"/>
            <a:chOff x="194988" y="9900789"/>
            <a:chExt cx="7146829" cy="323165"/>
          </a:xfrm>
        </p:grpSpPr>
        <p:sp>
          <p:nvSpPr>
            <p:cNvPr id="19" name="Google Shape;19;p2">
              <a:extLst>
                <a:ext uri="{FF2B5EF4-FFF2-40B4-BE49-F238E27FC236}">
                  <a16:creationId xmlns:a16="http://schemas.microsoft.com/office/drawing/2014/main" xmlns="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:a16="http://schemas.microsoft.com/office/drawing/2014/main" xmlns="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xmlns="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:a16="http://schemas.microsoft.com/office/drawing/2014/main" xmlns="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:a16="http://schemas.microsoft.com/office/drawing/2014/main" xmlns="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:a16="http://schemas.microsoft.com/office/drawing/2014/main" xmlns="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:a16="http://schemas.microsoft.com/office/drawing/2014/main" xmlns="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:a16="http://schemas.microsoft.com/office/drawing/2014/main" xmlns="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:a16="http://schemas.microsoft.com/office/drawing/2014/main" xmlns="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:a16="http://schemas.microsoft.com/office/drawing/2014/main" xmlns="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:a16="http://schemas.microsoft.com/office/drawing/2014/main" xmlns="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:a16="http://schemas.microsoft.com/office/drawing/2014/main" xmlns="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:a16="http://schemas.microsoft.com/office/drawing/2014/main" xmlns="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sp>
        <p:nvSpPr>
          <p:cNvPr id="166" name="Google Shape;59;p2">
            <a:extLst>
              <a:ext uri="{FF2B5EF4-FFF2-40B4-BE49-F238E27FC236}">
                <a16:creationId xmlns:a16="http://schemas.microsoft.com/office/drawing/2014/main" xmlns="" id="{DF8F4FD9-F4AD-F7F7-0936-3BD31264363A}"/>
              </a:ext>
            </a:extLst>
          </p:cNvPr>
          <p:cNvSpPr txBox="1"/>
          <p:nvPr/>
        </p:nvSpPr>
        <p:spPr>
          <a:xfrm>
            <a:off x="4674794" y="8462012"/>
            <a:ext cx="268535" cy="2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1000"/>
              <a:buFont typeface="Arial"/>
              <a:buNone/>
            </a:pPr>
            <a:r>
              <a:rPr lang="en-US" sz="900" b="1" dirty="0" smtClean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</a:t>
            </a:r>
            <a:endParaRPr sz="900" b="1" u="none" strike="noStrike" cap="none" dirty="0">
              <a:solidFill>
                <a:srgbClr val="84B29C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042" y="1271615"/>
            <a:ext cx="643770" cy="8078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60812" y="1236302"/>
            <a:ext cx="194000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다랑어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en-US" altLang="ko-KR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* </a:t>
            </a:r>
            <a:r>
              <a:rPr lang="ko-KR" altLang="en-US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상기 원산지는 </a:t>
            </a:r>
            <a:r>
              <a:rPr lang="ko-KR" altLang="en-US" sz="700" dirty="0" err="1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식자재</a:t>
            </a:r>
            <a:r>
              <a:rPr lang="ko-KR" altLang="en-US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수급 사정에 따라 부득이하게 변경될 수 있습니다</a:t>
            </a:r>
            <a:r>
              <a:rPr lang="en-US" altLang="ko-KR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altLang="ko-KR" sz="700" dirty="0">
              <a:solidFill>
                <a:srgbClr val="FF0000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86589" y="2222983"/>
            <a:ext cx="261864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6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6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6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2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6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6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7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블루베리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옥수수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67" name="Google Shape;59;p2">
            <a:extLst>
              <a:ext uri="{FF2B5EF4-FFF2-40B4-BE49-F238E27FC236}">
                <a16:creationId xmlns:a16="http://schemas.microsoft.com/office/drawing/2014/main" xmlns="" id="{DF8F4FD9-F4AD-F7F7-0936-3BD31264363A}"/>
              </a:ext>
            </a:extLst>
          </p:cNvPr>
          <p:cNvSpPr txBox="1"/>
          <p:nvPr/>
        </p:nvSpPr>
        <p:spPr>
          <a:xfrm>
            <a:off x="6015575" y="8466148"/>
            <a:ext cx="268535" cy="2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1000"/>
              <a:buFont typeface="Arial"/>
              <a:buNone/>
            </a:pPr>
            <a:r>
              <a:rPr lang="en-US" sz="900" b="1" dirty="0" smtClean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31</a:t>
            </a:r>
            <a:endParaRPr sz="900" b="1" u="none" strike="noStrike" cap="none" dirty="0">
              <a:solidFill>
                <a:srgbClr val="84B29C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280995" y="146239"/>
            <a:ext cx="831506" cy="669582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025207" y="4838521"/>
            <a:ext cx="1328516" cy="165125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264424" y="5055514"/>
            <a:ext cx="8272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spc="3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제헌절</a:t>
            </a:r>
            <a:endParaRPr lang="ko-KR" altLang="en-US" sz="1000" spc="300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pSp>
        <p:nvGrpSpPr>
          <p:cNvPr id="36" name="Google Shape;36;p2">
            <a:extLst>
              <a:ext uri="{FF2B5EF4-FFF2-40B4-BE49-F238E27FC236}">
                <a16:creationId xmlns:a16="http://schemas.microsoft.com/office/drawing/2014/main" xmlns="" id="{351B882D-32A2-1AEA-E625-69A54A120CAE}"/>
              </a:ext>
            </a:extLst>
          </p:cNvPr>
          <p:cNvGrpSpPr/>
          <p:nvPr/>
        </p:nvGrpSpPr>
        <p:grpSpPr>
          <a:xfrm>
            <a:off x="637928" y="1173476"/>
            <a:ext cx="5677110" cy="7531034"/>
            <a:chOff x="618003" y="1157978"/>
            <a:chExt cx="5677110" cy="7531034"/>
          </a:xfrm>
        </p:grpSpPr>
        <p:sp>
          <p:nvSpPr>
            <p:cNvPr id="37" name="Google Shape;37;p2">
              <a:extLst>
                <a:ext uri="{FF2B5EF4-FFF2-40B4-BE49-F238E27FC236}">
                  <a16:creationId xmlns:a16="http://schemas.microsoft.com/office/drawing/2014/main" xmlns="" id="{2DA118F4-3362-50F0-23BA-73A82E35316D}"/>
                </a:ext>
              </a:extLst>
            </p:cNvPr>
            <p:cNvSpPr txBox="1"/>
            <p:nvPr/>
          </p:nvSpPr>
          <p:spPr>
            <a:xfrm>
              <a:off x="624113" y="116450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39" name="Google Shape;39;p2">
              <a:extLst>
                <a:ext uri="{FF2B5EF4-FFF2-40B4-BE49-F238E27FC236}">
                  <a16:creationId xmlns:a16="http://schemas.microsoft.com/office/drawing/2014/main" xmlns="" id="{06D5401C-F57A-56AD-49FD-80BD7F45243C}"/>
                </a:ext>
              </a:extLst>
            </p:cNvPr>
            <p:cNvSpPr txBox="1"/>
            <p:nvPr/>
          </p:nvSpPr>
          <p:spPr>
            <a:xfrm>
              <a:off x="3312954" y="116037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0" name="Google Shape;40;p2">
              <a:extLst>
                <a:ext uri="{FF2B5EF4-FFF2-40B4-BE49-F238E27FC236}">
                  <a16:creationId xmlns:a16="http://schemas.microsoft.com/office/drawing/2014/main" xmlns="" id="{CF2A4A8E-C076-2A40-E175-4C216C7BB1BF}"/>
                </a:ext>
              </a:extLst>
            </p:cNvPr>
            <p:cNvSpPr txBox="1"/>
            <p:nvPr/>
          </p:nvSpPr>
          <p:spPr>
            <a:xfrm>
              <a:off x="4663768" y="116037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1" name="Google Shape;41;p2">
              <a:extLst>
                <a:ext uri="{FF2B5EF4-FFF2-40B4-BE49-F238E27FC236}">
                  <a16:creationId xmlns:a16="http://schemas.microsoft.com/office/drawing/2014/main" xmlns="" id="{847E75D2-F0C6-914E-F677-BD558494F54F}"/>
                </a:ext>
              </a:extLst>
            </p:cNvPr>
            <p:cNvSpPr txBox="1"/>
            <p:nvPr/>
          </p:nvSpPr>
          <p:spPr>
            <a:xfrm>
              <a:off x="6016472" y="115797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2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634219" y="297386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3" name="Google Shape;43;p2">
              <a:extLst>
                <a:ext uri="{FF2B5EF4-FFF2-40B4-BE49-F238E27FC236}">
                  <a16:creationId xmlns:a16="http://schemas.microsoft.com/office/drawing/2014/main" xmlns="" id="{E0B52BA2-CFAD-85EB-60B7-D63D836CD77F}"/>
                </a:ext>
              </a:extLst>
            </p:cNvPr>
            <p:cNvSpPr txBox="1"/>
            <p:nvPr/>
          </p:nvSpPr>
          <p:spPr>
            <a:xfrm>
              <a:off x="1983608" y="297150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4" name="Google Shape;44;p2">
              <a:extLst>
                <a:ext uri="{FF2B5EF4-FFF2-40B4-BE49-F238E27FC236}">
                  <a16:creationId xmlns:a16="http://schemas.microsoft.com/office/drawing/2014/main" xmlns="" id="{F8634860-E6E7-55AD-F237-0F0581EA6E0F}"/>
                </a:ext>
              </a:extLst>
            </p:cNvPr>
            <p:cNvSpPr txBox="1"/>
            <p:nvPr/>
          </p:nvSpPr>
          <p:spPr>
            <a:xfrm>
              <a:off x="3323060" y="296972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5" name="Google Shape;45;p2">
              <a:extLst>
                <a:ext uri="{FF2B5EF4-FFF2-40B4-BE49-F238E27FC236}">
                  <a16:creationId xmlns:a16="http://schemas.microsoft.com/office/drawing/2014/main" xmlns="" id="{0E7BEB21-709C-7C25-CB25-6F398F3EFF9B}"/>
                </a:ext>
              </a:extLst>
            </p:cNvPr>
            <p:cNvSpPr txBox="1"/>
            <p:nvPr/>
          </p:nvSpPr>
          <p:spPr>
            <a:xfrm>
              <a:off x="4673874" y="296972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6" name="Google Shape;46;p2">
              <a:extLst>
                <a:ext uri="{FF2B5EF4-FFF2-40B4-BE49-F238E27FC236}">
                  <a16:creationId xmlns:a16="http://schemas.microsoft.com/office/drawing/2014/main" xmlns="" id="{4457248D-19F3-64DE-EACB-8874389D5C2E}"/>
                </a:ext>
              </a:extLst>
            </p:cNvPr>
            <p:cNvSpPr txBox="1"/>
            <p:nvPr/>
          </p:nvSpPr>
          <p:spPr>
            <a:xfrm>
              <a:off x="6026578" y="296733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7" name="Google Shape;47;p2">
              <a:extLst>
                <a:ext uri="{FF2B5EF4-FFF2-40B4-BE49-F238E27FC236}">
                  <a16:creationId xmlns:a16="http://schemas.microsoft.com/office/drawing/2014/main" xmlns="" id="{E8CC9484-49CF-1231-E7EA-18F0BC179853}"/>
                </a:ext>
              </a:extLst>
            </p:cNvPr>
            <p:cNvSpPr txBox="1"/>
            <p:nvPr/>
          </p:nvSpPr>
          <p:spPr>
            <a:xfrm>
              <a:off x="618003" y="478776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13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8" name="Google Shape;48;p2">
              <a:extLst>
                <a:ext uri="{FF2B5EF4-FFF2-40B4-BE49-F238E27FC236}">
                  <a16:creationId xmlns:a16="http://schemas.microsoft.com/office/drawing/2014/main" xmlns="" id="{1252665C-5F25-50F0-B4C6-0A3FB2D4A8AC}"/>
                </a:ext>
              </a:extLst>
            </p:cNvPr>
            <p:cNvSpPr txBox="1"/>
            <p:nvPr/>
          </p:nvSpPr>
          <p:spPr>
            <a:xfrm>
              <a:off x="1967392" y="478540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9" name="Google Shape;49;p2">
              <a:extLst>
                <a:ext uri="{FF2B5EF4-FFF2-40B4-BE49-F238E27FC236}">
                  <a16:creationId xmlns:a16="http://schemas.microsoft.com/office/drawing/2014/main" xmlns="" id="{A1E8AA39-180F-7517-1D3D-A5AA2D784A86}"/>
                </a:ext>
              </a:extLst>
            </p:cNvPr>
            <p:cNvSpPr txBox="1"/>
            <p:nvPr/>
          </p:nvSpPr>
          <p:spPr>
            <a:xfrm>
              <a:off x="3306844" y="478362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15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0" name="Google Shape;50;p2">
              <a:extLst>
                <a:ext uri="{FF2B5EF4-FFF2-40B4-BE49-F238E27FC236}">
                  <a16:creationId xmlns:a16="http://schemas.microsoft.com/office/drawing/2014/main" xmlns="" id="{3524CA58-FBEA-B15E-0BFE-596FB186918C}"/>
                </a:ext>
              </a:extLst>
            </p:cNvPr>
            <p:cNvSpPr txBox="1"/>
            <p:nvPr/>
          </p:nvSpPr>
          <p:spPr>
            <a:xfrm>
              <a:off x="4657658" y="478362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1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6010362" y="478123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2" name="Google Shape;52;p2">
              <a:extLst>
                <a:ext uri="{FF2B5EF4-FFF2-40B4-BE49-F238E27FC236}">
                  <a16:creationId xmlns:a16="http://schemas.microsoft.com/office/drawing/2014/main" xmlns="" id="{234CAFBB-4FB3-330B-EFA7-D94ED00DEAFC}"/>
                </a:ext>
              </a:extLst>
            </p:cNvPr>
            <p:cNvSpPr txBox="1"/>
            <p:nvPr/>
          </p:nvSpPr>
          <p:spPr>
            <a:xfrm>
              <a:off x="618003" y="661296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3" name="Google Shape;53;p2">
              <a:extLst>
                <a:ext uri="{FF2B5EF4-FFF2-40B4-BE49-F238E27FC236}">
                  <a16:creationId xmlns:a16="http://schemas.microsoft.com/office/drawing/2014/main" xmlns="" id="{D62E2A19-8493-4418-9F24-377DE04E4822}"/>
                </a:ext>
              </a:extLst>
            </p:cNvPr>
            <p:cNvSpPr txBox="1"/>
            <p:nvPr/>
          </p:nvSpPr>
          <p:spPr>
            <a:xfrm>
              <a:off x="1967392" y="661060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4" name="Google Shape;54;p2">
              <a:extLst>
                <a:ext uri="{FF2B5EF4-FFF2-40B4-BE49-F238E27FC236}">
                  <a16:creationId xmlns:a16="http://schemas.microsoft.com/office/drawing/2014/main" xmlns="" id="{18C5B212-DADC-1310-AA28-2342DBDA901B}"/>
                </a:ext>
              </a:extLst>
            </p:cNvPr>
            <p:cNvSpPr txBox="1"/>
            <p:nvPr/>
          </p:nvSpPr>
          <p:spPr>
            <a:xfrm>
              <a:off x="3306844" y="660883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5" name="Google Shape;55;p2">
              <a:extLst>
                <a:ext uri="{FF2B5EF4-FFF2-40B4-BE49-F238E27FC236}">
                  <a16:creationId xmlns:a16="http://schemas.microsoft.com/office/drawing/2014/main" xmlns="" id="{5BA08C42-EBA3-18B6-FCA4-C19EBA1B2586}"/>
                </a:ext>
              </a:extLst>
            </p:cNvPr>
            <p:cNvSpPr txBox="1"/>
            <p:nvPr/>
          </p:nvSpPr>
          <p:spPr>
            <a:xfrm>
              <a:off x="4657658" y="660883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6" name="Google Shape;56;p2">
              <a:extLst>
                <a:ext uri="{FF2B5EF4-FFF2-40B4-BE49-F238E27FC236}">
                  <a16:creationId xmlns:a16="http://schemas.microsoft.com/office/drawing/2014/main" xmlns="" id="{04217DA5-F11F-3188-DA5F-CB119DD79B30}"/>
                </a:ext>
              </a:extLst>
            </p:cNvPr>
            <p:cNvSpPr txBox="1"/>
            <p:nvPr/>
          </p:nvSpPr>
          <p:spPr>
            <a:xfrm>
              <a:off x="6010362" y="660644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7" name="Google Shape;57;p2">
              <a:extLst>
                <a:ext uri="{FF2B5EF4-FFF2-40B4-BE49-F238E27FC236}">
                  <a16:creationId xmlns:a16="http://schemas.microsoft.com/office/drawing/2014/main" xmlns="" id="{7C8FFC1C-C58F-98BF-6575-810B9E24C750}"/>
                </a:ext>
              </a:extLst>
            </p:cNvPr>
            <p:cNvSpPr txBox="1"/>
            <p:nvPr/>
          </p:nvSpPr>
          <p:spPr>
            <a:xfrm>
              <a:off x="618003" y="845827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8" name="Google Shape;58;p2">
              <a:extLst>
                <a:ext uri="{FF2B5EF4-FFF2-40B4-BE49-F238E27FC236}">
                  <a16:creationId xmlns:a16="http://schemas.microsoft.com/office/drawing/2014/main" xmlns="" id="{97C28457-5A36-A39C-C52C-025E466978C7}"/>
                </a:ext>
              </a:extLst>
            </p:cNvPr>
            <p:cNvSpPr txBox="1"/>
            <p:nvPr/>
          </p:nvSpPr>
          <p:spPr>
            <a:xfrm>
              <a:off x="1967392" y="845590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9" name="Google Shape;59;p2">
              <a:extLst>
                <a:ext uri="{FF2B5EF4-FFF2-40B4-BE49-F238E27FC236}">
                  <a16:creationId xmlns:a16="http://schemas.microsoft.com/office/drawing/2014/main" xmlns="" id="{DF8F4FD9-F4AD-F7F7-0936-3BD31264363A}"/>
                </a:ext>
              </a:extLst>
            </p:cNvPr>
            <p:cNvSpPr txBox="1"/>
            <p:nvPr/>
          </p:nvSpPr>
          <p:spPr>
            <a:xfrm>
              <a:off x="3306844" y="845413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26" name="그림 2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49571" y="8463516"/>
            <a:ext cx="6707369" cy="170426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272068" y="9266130"/>
            <a:ext cx="35754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spc="2000" dirty="0" smtClean="0">
                <a:solidFill>
                  <a:srgbClr val="002060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방학기간</a:t>
            </a:r>
            <a:endParaRPr lang="ko-KR" altLang="en-US" sz="2000" spc="2000" dirty="0">
              <a:solidFill>
                <a:srgbClr val="002060"/>
              </a:solidFill>
              <a:latin typeface="Pretendard Black" panose="02000A03000000020004" pitchFamily="50" charset="-127"/>
              <a:ea typeface="Pretendard Black" panose="02000A03000000020004" pitchFamily="50" charset="-127"/>
              <a:cs typeface="Pretendard Black" panose="02000A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821667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1169</TotalTime>
  <Words>788</Words>
  <Application>Microsoft Office PowerPoint</Application>
  <PresentationFormat>사용자 지정</PresentationFormat>
  <Paragraphs>242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KIZMEAL01</cp:lastModifiedBy>
  <cp:revision>156</cp:revision>
  <cp:lastPrinted>2026-05-08T00:58:49Z</cp:lastPrinted>
  <dcterms:modified xsi:type="dcterms:W3CDTF">2026-06-24T01:30:26Z</dcterms:modified>
</cp:coreProperties>
</file>