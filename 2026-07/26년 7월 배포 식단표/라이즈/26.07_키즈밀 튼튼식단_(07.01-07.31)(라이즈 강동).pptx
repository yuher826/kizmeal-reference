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-5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dirty="0" err="1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라이즈</a:t>
            </a:r>
            <a:r>
              <a:rPr lang="ko-KR" alt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강동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가자미살커틀렛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&lt;</a:t>
                      </a:r>
                      <a:r>
                        <a:rPr lang="ko-KR" altLang="en-US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도시락</a:t>
                      </a:r>
                      <a:r>
                        <a:rPr lang="en-US" altLang="ko-KR" sz="850" b="1" i="0" u="none" strike="noStrike" cap="none" dirty="0" smtClean="0">
                          <a:solidFill>
                            <a:srgbClr val="00B0F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&gt;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웨스턴핫도그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컵과일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유기농초코우유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sz="850" b="0" i="0" u="none" strike="noStrike" cap="none" dirty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1167</TotalTime>
  <Words>778</Words>
  <Application>Microsoft Office PowerPoint</Application>
  <PresentationFormat>사용자 지정</PresentationFormat>
  <Paragraphs>238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154</cp:revision>
  <cp:lastPrinted>2026-05-08T00:58:49Z</cp:lastPrinted>
  <dcterms:modified xsi:type="dcterms:W3CDTF">2026-06-24T00:17:07Z</dcterms:modified>
</cp:coreProperties>
</file>