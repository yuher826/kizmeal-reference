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라이즈</a:t>
            </a: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동작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788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154</cp:revision>
  <cp:lastPrinted>2026-05-08T00:58:49Z</cp:lastPrinted>
  <dcterms:modified xsi:type="dcterms:W3CDTF">2026-06-24T00:17:38Z</dcterms:modified>
</cp:coreProperties>
</file>