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52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라이즈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강남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토핑과일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토핑과일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토핑과일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788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2026-06-24T00:15:43Z</dcterms:modified>
</cp:coreProperties>
</file>