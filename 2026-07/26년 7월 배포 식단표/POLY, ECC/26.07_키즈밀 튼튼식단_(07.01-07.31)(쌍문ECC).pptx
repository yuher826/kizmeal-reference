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7556500" cy="106807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146152"/>
    <a:srgbClr val="F0F8F3"/>
    <a:srgbClr val="006600"/>
    <a:srgbClr val="FF3300"/>
    <a:srgbClr val="339966"/>
    <a:srgbClr val="336600"/>
    <a:srgbClr val="84B29C"/>
    <a:srgbClr val="339933"/>
    <a:srgbClr val="F2EEE8"/>
    <a:srgbClr val="FCF8F7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70"/>
  </p:normalViewPr>
  <p:slideViewPr>
    <p:cSldViewPr snapToGrid="0">
      <p:cViewPr>
        <p:scale>
          <a:sx n="75" d="100"/>
          <a:sy n="75" d="100"/>
        </p:scale>
        <p:origin x="-2069" y="-62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928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870199070"/>
              </p:ext>
            </p:extLst>
          </p:nvPr>
        </p:nvGraphicFramePr>
        <p:xfrm>
          <a:off x="194988" y="1156203"/>
          <a:ext cx="7166525" cy="885647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4041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맑은닭곰탕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오징어볼강정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사과오이무침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20)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호박된장국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①⑤⑥⑨⑰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등심돈까스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①⑤⑥⑩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참깨브라운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⑤⑥⑫⑬⑯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블루베리보코치니샐러드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씨앗볶음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우리밀핫도그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①②⑤⑥⑩⑮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구운계란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초코브라우니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185Kcal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2520930"/>
                  </a:ext>
                </a:extLst>
              </a:tr>
              <a:tr h="1378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모로코식찜닭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양송이스프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브로콜리샐러드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양배추쌈장무침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순두부국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닭고기떡조림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해물동그랑땡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미트하이라이스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가자미살커틀렛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타르타르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오리엔탈코우슬로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야채어묵바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미니츄러스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소고기버섯국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토마토파프리카무침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제육볶음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청경채나물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오징어실채조림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하와이안카레라이스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옥수수치킨강정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유러피안샐러드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①②⑤⑥⑬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상하아이스주스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우유계란찜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새우살냉채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모듬콩자반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34112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오색어묵탕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팽이맑은국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유자청멸치볶음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돈육자장덮밥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계란후라이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그릴치킨샐러드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돈사태한방찜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투움바스파게티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비타민샐러드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무지개피클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군만두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⑤⑥⑩⑯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콘버터구이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크로와상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2954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43434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4674794" y="831723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67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ECC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168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71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6015575" y="832136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69" name="그림 16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172" name="그림 17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025207" y="4830901"/>
            <a:ext cx="1328516" cy="1651254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36" name="Google Shape;36;p2">
            <a:extLst>
              <a:ext uri="{FF2B5EF4-FFF2-40B4-BE49-F238E27FC236}">
                <a16:creationId xmlns:a16="http://schemas.microsoft.com/office/drawing/2014/main" xmlns="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378634"/>
            <a:chOff x="618003" y="1157978"/>
            <a:chExt cx="5677110" cy="7378634"/>
          </a:xfrm>
        </p:grpSpPr>
        <p:sp>
          <p:nvSpPr>
            <p:cNvPr id="37" name="Google Shape;37;p2">
              <a:extLst>
                <a:ext uri="{FF2B5EF4-FFF2-40B4-BE49-F238E27FC236}">
                  <a16:creationId xmlns:a16="http://schemas.microsoft.com/office/drawing/2014/main" xmlns="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:a16="http://schemas.microsoft.com/office/drawing/2014/main" xmlns="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:a16="http://schemas.microsoft.com/office/drawing/2014/main" xmlns="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:a16="http://schemas.microsoft.com/office/drawing/2014/main" xmlns="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:a16="http://schemas.microsoft.com/office/drawing/2014/main" xmlns="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:a16="http://schemas.microsoft.com/office/drawing/2014/main" xmlns="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:a16="http://schemas.microsoft.com/office/drawing/2014/main" xmlns="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:a16="http://schemas.microsoft.com/office/drawing/2014/main" xmlns="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:a16="http://schemas.microsoft.com/office/drawing/2014/main" xmlns="" id="{E8CC9484-49CF-1231-E7EA-18F0BC179853}"/>
                </a:ext>
              </a:extLst>
            </p:cNvPr>
            <p:cNvSpPr txBox="1"/>
            <p:nvPr/>
          </p:nvSpPr>
          <p:spPr>
            <a:xfrm>
              <a:off x="618003" y="475728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:a16="http://schemas.microsoft.com/office/drawing/2014/main" xmlns="" id="{1252665C-5F25-50F0-B4C6-0A3FB2D4A8AC}"/>
                </a:ext>
              </a:extLst>
            </p:cNvPr>
            <p:cNvSpPr txBox="1"/>
            <p:nvPr/>
          </p:nvSpPr>
          <p:spPr>
            <a:xfrm>
              <a:off x="1967392" y="475492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:a16="http://schemas.microsoft.com/office/drawing/2014/main" xmlns="" id="{A1E8AA39-180F-7517-1D3D-A5AA2D784A86}"/>
                </a:ext>
              </a:extLst>
            </p:cNvPr>
            <p:cNvSpPr txBox="1"/>
            <p:nvPr/>
          </p:nvSpPr>
          <p:spPr>
            <a:xfrm>
              <a:off x="3306844" y="475314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:a16="http://schemas.microsoft.com/office/drawing/2014/main" xmlns="" id="{3524CA58-FBEA-B15E-0BFE-596FB186918C}"/>
                </a:ext>
              </a:extLst>
            </p:cNvPr>
            <p:cNvSpPr txBox="1"/>
            <p:nvPr/>
          </p:nvSpPr>
          <p:spPr>
            <a:xfrm>
              <a:off x="4657658" y="475314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6010362" y="475075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:a16="http://schemas.microsoft.com/office/drawing/2014/main" xmlns="" id="{234CAFBB-4FB3-330B-EFA7-D94ED00DEAFC}"/>
                </a:ext>
              </a:extLst>
            </p:cNvPr>
            <p:cNvSpPr txBox="1"/>
            <p:nvPr/>
          </p:nvSpPr>
          <p:spPr>
            <a:xfrm>
              <a:off x="618003" y="6513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:a16="http://schemas.microsoft.com/office/drawing/2014/main" xmlns="" id="{D62E2A19-8493-4418-9F24-377DE04E4822}"/>
                </a:ext>
              </a:extLst>
            </p:cNvPr>
            <p:cNvSpPr txBox="1"/>
            <p:nvPr/>
          </p:nvSpPr>
          <p:spPr>
            <a:xfrm>
              <a:off x="1967392" y="651154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:a16="http://schemas.microsoft.com/office/drawing/2014/main" xmlns="" id="{18C5B212-DADC-1310-AA28-2342DBDA901B}"/>
                </a:ext>
              </a:extLst>
            </p:cNvPr>
            <p:cNvSpPr txBox="1"/>
            <p:nvPr/>
          </p:nvSpPr>
          <p:spPr>
            <a:xfrm>
              <a:off x="3306844" y="65097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:a16="http://schemas.microsoft.com/office/drawing/2014/main" xmlns="" id="{5BA08C42-EBA3-18B6-FCA4-C19EBA1B2586}"/>
                </a:ext>
              </a:extLst>
            </p:cNvPr>
            <p:cNvSpPr txBox="1"/>
            <p:nvPr/>
          </p:nvSpPr>
          <p:spPr>
            <a:xfrm>
              <a:off x="4657658" y="650977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:a16="http://schemas.microsoft.com/office/drawing/2014/main" xmlns="" id="{04217DA5-F11F-3188-DA5F-CB119DD79B30}"/>
                </a:ext>
              </a:extLst>
            </p:cNvPr>
            <p:cNvSpPr txBox="1"/>
            <p:nvPr/>
          </p:nvSpPr>
          <p:spPr>
            <a:xfrm>
              <a:off x="6010362" y="650738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:a16="http://schemas.microsoft.com/office/drawing/2014/main" xmlns="" id="{7C8FFC1C-C58F-98BF-6575-810B9E24C750}"/>
                </a:ext>
              </a:extLst>
            </p:cNvPr>
            <p:cNvSpPr txBox="1"/>
            <p:nvPr/>
          </p:nvSpPr>
          <p:spPr>
            <a:xfrm>
              <a:off x="618003" y="83058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:a16="http://schemas.microsoft.com/office/drawing/2014/main" xmlns="" id="{97C28457-5A36-A39C-C52C-025E466978C7}"/>
                </a:ext>
              </a:extLst>
            </p:cNvPr>
            <p:cNvSpPr txBox="1"/>
            <p:nvPr/>
          </p:nvSpPr>
          <p:spPr>
            <a:xfrm>
              <a:off x="1967392" y="83035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:a16="http://schemas.microsoft.com/office/drawing/2014/main" xmlns="" id="{DF8F4FD9-F4AD-F7F7-0936-3BD31264363A}"/>
                </a:ext>
              </a:extLst>
            </p:cNvPr>
            <p:cNvSpPr txBox="1"/>
            <p:nvPr/>
          </p:nvSpPr>
          <p:spPr>
            <a:xfrm>
              <a:off x="3306844" y="83017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74" name="그림 17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1951" y="8288256"/>
            <a:ext cx="6707369" cy="1704261"/>
          </a:xfrm>
          <a:prstGeom prst="rect">
            <a:avLst/>
          </a:prstGeom>
        </p:spPr>
      </p:pic>
      <p:sp>
        <p:nvSpPr>
          <p:cNvPr id="176" name="TextBox 175"/>
          <p:cNvSpPr txBox="1"/>
          <p:nvPr/>
        </p:nvSpPr>
        <p:spPr>
          <a:xfrm>
            <a:off x="2272068" y="926613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pic>
        <p:nvPicPr>
          <p:cNvPr id="175" name="그림 17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179" name="그룹 178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140480"/>
            <a:ext cx="7146829" cy="323165"/>
            <a:chOff x="194988" y="9900789"/>
            <a:chExt cx="7146829" cy="323165"/>
          </a:xfrm>
        </p:grpSpPr>
        <p:sp>
          <p:nvSpPr>
            <p:cNvPr id="180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181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xmlns="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1169</TotalTime>
  <Words>700</Words>
  <Application>Microsoft Office PowerPoint</Application>
  <PresentationFormat>사용자 지정</PresentationFormat>
  <Paragraphs>210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158</cp:revision>
  <cp:lastPrinted>2026-05-08T00:58:49Z</cp:lastPrinted>
  <dcterms:modified xsi:type="dcterms:W3CDTF">2026-06-24T02:01:58Z</dcterms:modified>
</cp:coreProperties>
</file>