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66" d="100"/>
          <a:sy n="66" d="100"/>
        </p:scale>
        <p:origin x="-2050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베이컨주먹밥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모짜치즈볼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758" r="10960"/>
          <a:stretch>
            <a:fillRect/>
          </a:stretch>
        </p:blipFill>
        <p:spPr>
          <a:xfrm>
            <a:off x="1981200" y="8298416"/>
            <a:ext cx="5384800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3216948" y="927629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718</Words>
  <Application>Microsoft Office PowerPoint</Application>
  <PresentationFormat>사용자 지정</PresentationFormat>
  <Paragraphs>217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159</cp:revision>
  <cp:lastPrinted>2026-05-08T00:58:49Z</cp:lastPrinted>
  <dcterms:modified xsi:type="dcterms:W3CDTF">2026-06-25T01:23:50Z</dcterms:modified>
</cp:coreProperties>
</file>