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336" y="22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7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생일간식</a:t>
                      </a:r>
                      <a:r>
                        <a:rPr lang="en-US" altLang="ko-KR" sz="700" b="1" i="0" u="none" strike="noStrike" cap="none" dirty="0" smtClean="0">
                          <a:solidFill>
                            <a:srgbClr val="92D05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790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155</cp:revision>
  <cp:lastPrinted>2026-05-08T00:58:49Z</cp:lastPrinted>
  <dcterms:modified xsi:type="dcterms:W3CDTF">2026-06-24T03:56:06Z</dcterms:modified>
</cp:coreProperties>
</file>