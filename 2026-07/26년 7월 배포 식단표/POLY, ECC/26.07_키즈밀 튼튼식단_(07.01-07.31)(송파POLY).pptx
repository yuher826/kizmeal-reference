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66" d="100"/>
          <a:sy n="66" d="100"/>
        </p:scale>
        <p:origin x="-1152" y="76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9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188" r="6416"/>
          <a:stretch>
            <a:fillRect/>
          </a:stretch>
        </p:blipFill>
        <p:spPr>
          <a:xfrm>
            <a:off x="1971040" y="8288256"/>
            <a:ext cx="5392420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312012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730</Words>
  <Application>Microsoft Office PowerPoint</Application>
  <PresentationFormat>사용자 지정</PresentationFormat>
  <Paragraphs>220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159</cp:revision>
  <cp:lastPrinted>2026-05-08T00:58:49Z</cp:lastPrinted>
  <dcterms:modified xsi:type="dcterms:W3CDTF">2026-06-24T05:16:07Z</dcterms:modified>
</cp:coreProperties>
</file>