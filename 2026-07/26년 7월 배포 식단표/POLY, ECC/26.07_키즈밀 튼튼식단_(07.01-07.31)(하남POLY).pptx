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1474" y="485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480142654"/>
              </p:ext>
            </p:extLst>
          </p:nvPr>
        </p:nvGraphicFramePr>
        <p:xfrm>
          <a:off x="194988" y="1156203"/>
          <a:ext cx="7166525" cy="901552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93343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9571" y="8463516"/>
            <a:ext cx="6707369" cy="17042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1165</TotalTime>
  <Words>787</Words>
  <Application>Microsoft Office PowerPoint</Application>
  <PresentationFormat>사용자 지정</PresentationFormat>
  <Paragraphs>241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153</cp:revision>
  <cp:lastPrinted>2026-05-08T00:58:49Z</cp:lastPrinted>
  <dcterms:modified xsi:type="dcterms:W3CDTF">2026-06-24T00:16:55Z</dcterms:modified>
</cp:coreProperties>
</file>