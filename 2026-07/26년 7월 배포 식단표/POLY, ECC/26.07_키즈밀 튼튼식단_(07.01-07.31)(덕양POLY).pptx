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137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코코넛새우튀김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닭고기카레볶음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710"/>
          <a:stretch>
            <a:fillRect/>
          </a:stretch>
        </p:blipFill>
        <p:spPr>
          <a:xfrm>
            <a:off x="1981200" y="8289525"/>
            <a:ext cx="5382000" cy="17172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3008668" y="913405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731</Words>
  <Application>Microsoft Office PowerPoint</Application>
  <PresentationFormat>사용자 지정</PresentationFormat>
  <Paragraphs>221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163</cp:revision>
  <cp:lastPrinted>2026-05-08T00:58:49Z</cp:lastPrinted>
  <dcterms:modified xsi:type="dcterms:W3CDTF">2026-06-24T04:32:31Z</dcterms:modified>
</cp:coreProperties>
</file>