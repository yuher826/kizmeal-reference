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25" d="100"/>
          <a:sy n="125" d="100"/>
        </p:scale>
        <p:origin x="-62" y="400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닭고기카레볶음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만둣국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돈육버섯볶음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종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경주빵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①②⑥⑲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b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159Kcal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656" r="46309"/>
          <a:stretch>
            <a:fillRect/>
          </a:stretch>
        </p:blipFill>
        <p:spPr>
          <a:xfrm>
            <a:off x="4687747" y="8299830"/>
            <a:ext cx="2685328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4374565" y="9266133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780</Words>
  <Application>Microsoft Office PowerPoint</Application>
  <PresentationFormat>사용자 지정</PresentationFormat>
  <Paragraphs>237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161</cp:revision>
  <cp:lastPrinted>2026-05-08T00:58:49Z</cp:lastPrinted>
  <dcterms:modified xsi:type="dcterms:W3CDTF">2026-06-24T05:17:05Z</dcterms:modified>
</cp:coreProperties>
</file>