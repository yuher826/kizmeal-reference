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96" y="389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9176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White rice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Clear chicken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ball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gangjeong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and cucumber salad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Seasoned seaweed flakes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465Kcal(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57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20)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Zucchini soybean paste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pork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Chive pancake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Boiled king oyster mushroom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Cubed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458Kcal(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Seaweed soup with beef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loin cutlet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①⑤⑥⑩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sesame brown sauce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bocconcini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Stir-fried seeds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Hot dog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Baked eggs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Lemonade 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&lt;Birthday snack&gt;</a:t>
                      </a:r>
                    </a:p>
                    <a:p>
                      <a:pPr algn="ctr" font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Roll cake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yogurt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Bean sprouts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Moroccan braised chicken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453Kcal(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Button Mushroom Cream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Hamburger steak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Broccoli salad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Stir-fried baby anchovies with cranberry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472Kcal(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soybean paste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Cabbage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ssamjang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dried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pollack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Cubed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Glutinous barley rice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chicken and rice cake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Seafood meat patty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cashew nut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455Kcal(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hayashi</a:t>
                      </a:r>
                      <a:r>
                        <a:rPr lang="en-US" altLang="ko-KR" sz="80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rice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Flatfish fillet cutlet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tartar sauce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Oriental coleslaw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Boiled quail egg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Yuzu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pickled radish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464Kcal(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54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24)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Granola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fish cake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Strawberry juice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Mini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churros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Calcium jelly stick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Castella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Beef and mushroom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Antibiotic-free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vienna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sausage stir-fry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Tomato and paprika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 flakes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450Kcal(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 soup with tofu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Stir-fried pork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Bok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choy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namul</a:t>
                      </a:r>
                      <a:endParaRPr lang="en-US" altLang="ko-KR" sz="80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squid with real vegetables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diced radish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0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452Kcal(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Hawaiian curry rice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chicken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gangjeong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European salad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caesar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dressing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Sangha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ice juice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460Kcal(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egg with 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Chilled shrimp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mixed beans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Grain bar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String cheese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r>
                        <a:rPr lang="en-US" altLang="ko-KR" sz="80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madeleine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nuts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Grapefruit Ade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Five-color fish cake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dakgalbi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Seafood pancake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Organic roasted seaweed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Cubed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Clear Soup with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enoki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mushroom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Beef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Acorn jelly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 with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yuzu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marmalade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438Kcal(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jajang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rice bowl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egg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chicken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almond with honey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Crunchy pickled radish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465Kcal(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Potato soybean paste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shank with herbal sauce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zucchini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burdock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453Kcal(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Toowoomba spaghetti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Ragu croquette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Vitamin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salad&amp;black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sesame dressing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-Drinking yogurt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Rainbow pickles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474Kcal(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cereal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dumplings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,Grape juice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Fruit,Yogurt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corn with butter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 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Croissant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3263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881</Words>
  <Application>Microsoft Office PowerPoint</Application>
  <PresentationFormat>사용자 지정</PresentationFormat>
  <Paragraphs>209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182</cp:revision>
  <cp:lastPrinted>2026-05-08T00:58:49Z</cp:lastPrinted>
  <dcterms:modified xsi:type="dcterms:W3CDTF">2026-06-25T03:04:55Z</dcterms:modified>
</cp:coreProperties>
</file>