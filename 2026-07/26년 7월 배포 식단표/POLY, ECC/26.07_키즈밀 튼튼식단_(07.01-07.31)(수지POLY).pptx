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638" y="299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웨스턴핫도그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컵과일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유기농초코우유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sz="900" b="0" i="0" u="none" strike="noStrike" cap="none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9841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1028</Words>
  <Application>Microsoft Office PowerPoint</Application>
  <PresentationFormat>사용자 지정</PresentationFormat>
  <Paragraphs>297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160</cp:revision>
  <cp:lastPrinted>2026-05-08T00:58:49Z</cp:lastPrinted>
  <dcterms:modified xsi:type="dcterms:W3CDTF">2026-06-25T01:25:46Z</dcterms:modified>
</cp:coreProperties>
</file>