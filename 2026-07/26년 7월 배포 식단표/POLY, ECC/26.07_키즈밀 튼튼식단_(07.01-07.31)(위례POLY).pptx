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25" d="100"/>
          <a:sy n="125" d="100"/>
        </p:scale>
        <p:origin x="-878" y="4435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닭고기카레볶음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블루베리머핀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b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유기농쌀뻥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천도복숭아주스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⑪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0005"/>
          <a:stretch>
            <a:fillRect/>
          </a:stretch>
        </p:blipFill>
        <p:spPr>
          <a:xfrm>
            <a:off x="1980184" y="8453355"/>
            <a:ext cx="5374800" cy="171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039148" y="917977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820</Words>
  <Application>Microsoft Office PowerPoint</Application>
  <PresentationFormat>사용자 지정</PresentationFormat>
  <Paragraphs>251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156</cp:revision>
  <cp:lastPrinted>2026-05-08T00:58:49Z</cp:lastPrinted>
  <dcterms:modified xsi:type="dcterms:W3CDTF">2026-06-24T04:39:03Z</dcterms:modified>
</cp:coreProperties>
</file>