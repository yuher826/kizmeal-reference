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234" y="123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도시락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웨스턴핫도그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컵과일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유기농초코우유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685</Words>
  <Application>Microsoft Office PowerPoint</Application>
  <PresentationFormat>사용자 지정</PresentationFormat>
  <Paragraphs>207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161</cp:revision>
  <cp:lastPrinted>2026-05-08T00:58:49Z</cp:lastPrinted>
  <dcterms:modified xsi:type="dcterms:W3CDTF">2026-06-25T01:26:10Z</dcterms:modified>
</cp:coreProperties>
</file>