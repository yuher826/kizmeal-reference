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73" r:id="rId2"/>
    <p:sldId id="274" r:id="rId3"/>
    <p:sldId id="275" r:id="rId4"/>
    <p:sldId id="276" r:id="rId5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336" y="1829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41835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9176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White rice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Clear chicken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⑮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Squid ball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gangjeong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and cucumber salad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Seasoned seaweed flakes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465Kcal(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57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20)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Zucchini soybean paste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pork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Chive pancake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Boiled king oyster mushroom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Cubed radish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458Kcal(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White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Seaweed soup with beef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loin cutlet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①⑤⑥⑩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&amp;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sesame brown sauce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⑤⑥⑫⑬⑯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Blueberry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bocconcini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Stir-fried seeds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⑤⑥⑭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Hot dog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Drinking yogurt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Baked eggs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Lemonade 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Chocolate brownie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en-US" altLang="ko-KR" sz="800" b="0" i="0" u="none" strike="noStrik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Bean sprouts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Moroccan braised chicken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②⑤⑥⑫⑮⑯⑱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Mung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bean jelly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laver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453Kcal(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grain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Button Mushroom Cream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Hamburger steak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Broccoli salad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Stir-fried baby anchovies with cranberry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472Kcal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soybean paste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Cabbage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ssamjang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dried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pollack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Cubed radish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Glutinous barley rice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Soft tofu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chicken and rice cake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Seafood meat patty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①⑤⑥⑯⑰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cashew nut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455Kcal(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hayashi</a:t>
                      </a:r>
                      <a:r>
                        <a:rPr lang="en-US" altLang="ko-KR" sz="80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rice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Flatfish fillet cutlet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tartar sauce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Oriental coleslaw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Boiled quail egg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Yuzu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pickled radish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464Kcal(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54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24)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Granola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fish cake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Strawberry juice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Mini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churros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Calcium jelly stick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Castella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Beef and mushroom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Antibiotic-free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vienna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sausage stir-fry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⑤⑩⑯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Tomato and paprika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⑫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seaweed flakes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450Kcal(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Soybean paste soup with tofu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Stir-fried pork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Bok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choy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namul</a:t>
                      </a:r>
                      <a:endParaRPr lang="en-US" altLang="ko-KR" sz="80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squid with real vegetables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⑤⑥⑰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diced radish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80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452Kcal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Hawaiian curry rice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②⑤⑥⑬⑮⑯⑱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chicken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gangjeong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②⑤⑥⑮⑯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European salad</a:t>
                      </a:r>
                      <a:endParaRPr lang="en-US" altLang="ko-KR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caesar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dressing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①②⑤⑥⑬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Sangha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ice juice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460Kcal(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Millet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Seaweed soup with beef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egg with 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Chilled shrimp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mixed beans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449Kcal(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Grain bar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String cheese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r>
                        <a:rPr lang="en-US" altLang="ko-KR" sz="80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madeleine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nuts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Grapefruit Ade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Five-color fish cake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⑤⑥⑱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dakgalbi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Seafood pancake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Organic roasted seaweed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Cubed radish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Clear Soup with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enoki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mushroom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Beef </a:t>
                      </a: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Acorn jelly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anchovies with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yuzu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marmalade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438Kcal(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jajang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rice bowl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②⑤⑥⑩⑮⑯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egg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chicken salad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①②⑤⑥⑮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almond with honey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Crunchy pickled radish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465Kcal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grain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Potato soybean paste soup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pork shank with herbal sauce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zucchini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burdock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453Kcal(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Toowoomba spaghetti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②⑤⑥⑮⑯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Ragu croquette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②⑤⑥⑫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Vitamin </a:t>
                      </a:r>
                      <a:r>
                        <a:rPr lang="en-US" altLang="ko-KR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salad&amp;black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sesame dressing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-Drinking yogurt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Rainbow pickles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474Kcal(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60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 cereal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dumplings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,Grape juice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Fruit,Yogurt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corn with butter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 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 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Croissant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,Milk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1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22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3263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4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34375959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1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4614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22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9841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4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34375959"/>
              </p:ext>
            </p:extLst>
          </p:nvPr>
        </p:nvGraphicFramePr>
        <p:xfrm>
          <a:off x="194988" y="1156203"/>
          <a:ext cx="7166525" cy="889662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Cranberry scone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 Yogurt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dumplings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Apple juice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9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Cheese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Injeolmi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snack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163Kcal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potato bar,</a:t>
                      </a:r>
                      <a:r>
                        <a:rPr lang="en-US" altLang="ko-KR" sz="9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Barley tea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Garlic cream bread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 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potato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Prune juice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134Kcal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8258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Roasted egg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Barley tea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Heart pie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9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</a:t>
                      </a:r>
                      <a:r>
                        <a:rPr lang="en-US" altLang="ko-KR" sz="90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sandwich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168Kcal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9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Cheese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Rice chips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129Kcal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Tofu stick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Hallabong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tangerine</a:t>
                      </a:r>
                      <a:r>
                        <a:rPr lang="en-US" altLang="ko-KR" sz="90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juice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Chiffon cake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seaweed rolls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Barley tea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85Kcal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1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1566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22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9841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4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</TotalTime>
  <Words>2297</Words>
  <Application>Microsoft Office PowerPoint</Application>
  <PresentationFormat>사용자 지정</PresentationFormat>
  <Paragraphs>602</Paragraphs>
  <Slides>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179</cp:revision>
  <cp:lastPrinted>2026-05-08T00:58:49Z</cp:lastPrinted>
  <dcterms:modified xsi:type="dcterms:W3CDTF">2026-06-24T05:05:55Z</dcterms:modified>
</cp:coreProperties>
</file>