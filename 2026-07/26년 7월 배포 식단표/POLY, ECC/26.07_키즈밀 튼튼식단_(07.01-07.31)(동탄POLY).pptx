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50" d="100"/>
          <a:sy n="150" d="100"/>
        </p:scale>
        <p:origin x="-283" y="442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8946971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7183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70" y="8387315"/>
            <a:ext cx="6717600" cy="1713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748</Words>
  <Application>Microsoft Office PowerPoint</Application>
  <PresentationFormat>사용자 지정</PresentationFormat>
  <Paragraphs>245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2026-06-24T04:16:41Z</dcterms:modified>
</cp:coreProperties>
</file>