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73" r:id="rId2"/>
    <p:sldId id="275" r:id="rId3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110" d="100"/>
          <a:sy n="110" d="100"/>
        </p:scale>
        <p:origin x="-101" y="28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8275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8928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9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불고기브레드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①②⑤⑥⑩⑫⑬⑯⑱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포도주스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옥수수빵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223Kcal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듀얼잼파이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lang="en-US" altLang="ko-KR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단호박고로케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②⑥⑩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팬케이크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153Kcal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우리밀찐빵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샤인머스캣주스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오징어링튀김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①⑤⑥⑰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146Kcal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호밀애플파이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lang="en-US" altLang="ko-KR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딸기잼롤케이크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①②⑤⑥⑬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유자주스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205Kcal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경주빵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①②⑥⑲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159Kcal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크로플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트로피컬주스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128Kcal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치즈스틱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157Kcal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lang="en-US" altLang="ko-KR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저녁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①②⑤⑥⑯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국산콩두유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④⑤⑭⑲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찐고구마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새우강정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멸균우유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떠먹는요거트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리얼망고주스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576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10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3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4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5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6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8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5507" y="8386300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1131</Words>
  <Application>Microsoft Office PowerPoint</Application>
  <PresentationFormat>사용자 지정</PresentationFormat>
  <Paragraphs>322</Paragraphs>
  <Slides>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슬라이드 1</vt:lpstr>
      <vt:lpstr>슬라이드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168</cp:revision>
  <cp:lastPrinted>2026-05-08T00:58:49Z</cp:lastPrinted>
  <dcterms:modified xsi:type="dcterms:W3CDTF">2026-06-24T03:57:30Z</dcterms:modified>
</cp:coreProperties>
</file>