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75" d="100"/>
          <a:sy n="75" d="100"/>
        </p:scale>
        <p:origin x="-2069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50" y="8294605"/>
            <a:ext cx="6717600" cy="1706400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</TotalTime>
  <Words>700</Words>
  <Application>Microsoft Office PowerPoint</Application>
  <PresentationFormat>사용자 지정</PresentationFormat>
  <Paragraphs>210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158</cp:revision>
  <cp:lastPrinted>2026-05-08T00:58:49Z</cp:lastPrinted>
  <dcterms:modified xsi:type="dcterms:W3CDTF">2026-06-24T04:22:37Z</dcterms:modified>
</cp:coreProperties>
</file>