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73" r:id="rId2"/>
    <p:sldId id="274" r:id="rId3"/>
    <p:sldId id="275" r:id="rId4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70"/>
  </p:normalViewPr>
  <p:slideViewPr>
    <p:cSldViewPr snapToGrid="0">
      <p:cViewPr>
        <p:scale>
          <a:sx n="75" d="100"/>
          <a:sy n="75" d="100"/>
        </p:scale>
        <p:origin x="-691" y="65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 smtClean="0">
                          <a:solidFill>
                            <a:srgbClr val="92D05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&lt;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92D05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생일간식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92D05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&gt;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롤케익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2882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2055" name="Picture 7" descr="C:\Users\user\Desktop\이유라매니저\건강정보지&amp;어린이건강정보지\NADAY 디자인\2026년 건강정보지\7월_건강정보지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7562850" cy="106918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 descr="C:\Users\user\Desktop\이유라매니저\건강정보지&amp;어린이건강정보지\NADAY 디자인\2026년 건강정보지\7월_어린이건강정보지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7562851" cy="106949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703</Words>
  <Application>Microsoft Office PowerPoint</Application>
  <PresentationFormat>사용자 지정</PresentationFormat>
  <Paragraphs>210</Paragraphs>
  <Slides>3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슬라이드 1</vt:lpstr>
      <vt:lpstr>슬라이드 2</vt:lpstr>
      <vt:lpstr>슬라이드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182</cp:revision>
  <cp:lastPrinted>2026-05-08T00:58:49Z</cp:lastPrinted>
  <dcterms:modified xsi:type="dcterms:W3CDTF">2026-06-25T03:10:37Z</dcterms:modified>
</cp:coreProperties>
</file>