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100" d="100"/>
          <a:sy n="100" d="100"/>
        </p:scale>
        <p:origin x="-1474" y="2098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광명</a:t>
            </a:r>
            <a:r>
              <a:rPr lang="en-US" altLang="ko-KR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SLP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3480142654"/>
              </p:ext>
            </p:extLst>
          </p:nvPr>
        </p:nvGraphicFramePr>
        <p:xfrm>
          <a:off x="194988" y="1156203"/>
          <a:ext cx="7166525" cy="901552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-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-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감귤한라봉주스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김말이튀김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93343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20144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46201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7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6015575" y="846614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207" y="4838521"/>
            <a:ext cx="1328516" cy="165125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=""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531034"/>
            <a:chOff x="618003" y="1157978"/>
            <a:chExt cx="5677110" cy="7531034"/>
          </a:xfrm>
        </p:grpSpPr>
        <p:sp>
          <p:nvSpPr>
            <p:cNvPr id="37" name="Google Shape;37;p2">
              <a:extLst>
                <a:ext uri="{FF2B5EF4-FFF2-40B4-BE49-F238E27FC236}">
                  <a16:creationId xmlns=""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="" xmlns:a16="http://schemas.microsoft.com/office/drawing/2014/main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="" xmlns:a16="http://schemas.microsoft.com/office/drawing/2014/main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=""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=""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=""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=""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=""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=""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8776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=""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8540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=""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8362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=""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836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812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=""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61296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=""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61060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=""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60883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=""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6088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=""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6064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=""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4582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=""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455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=""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4541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6" name="그림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71" y="8463516"/>
            <a:ext cx="6707369" cy="170426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1173</TotalTime>
  <Words>772</Words>
  <Application>Microsoft Office PowerPoint</Application>
  <PresentationFormat>사용자 지정</PresentationFormat>
  <Paragraphs>239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155</cp:revision>
  <cp:lastPrinted>2026-05-08T00:58:49Z</cp:lastPrinted>
  <dcterms:modified xsi:type="dcterms:W3CDTF">2026-06-24T00:38:48Z</dcterms:modified>
</cp:coreProperties>
</file>