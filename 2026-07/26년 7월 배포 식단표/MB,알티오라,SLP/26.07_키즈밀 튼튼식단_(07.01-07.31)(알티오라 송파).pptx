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"/>
  </p:notesMasterIdLst>
  <p:sldIdLst>
    <p:sldId id="272" r:id="rId2"/>
    <p:sldId id="273" r:id="rId3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70"/>
  </p:normalViewPr>
  <p:slideViewPr>
    <p:cSldViewPr snapToGrid="0">
      <p:cViewPr>
        <p:scale>
          <a:sx n="100" d="100"/>
          <a:sy n="100" d="100"/>
        </p:scale>
        <p:origin x="-1474" y="-62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알티오라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3480142654"/>
              </p:ext>
            </p:extLst>
          </p:nvPr>
        </p:nvGraphicFramePr>
        <p:xfrm>
          <a:off x="194988" y="1156203"/>
          <a:ext cx="7166525" cy="901552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사과오이무침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씨앗볶음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우리밀핫도그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초코브라우니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크랜베리스콘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유기농요거트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사과주스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가자미살커틀렛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야채어묵바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미니츄러스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갈릭크림빵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134Kcal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①②⑤⑥⑬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상하아이스주스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자몽에이드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야채샌드위치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168Kcal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유자청멸치볶음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돈사태한방찜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투움바스파게티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비타민샐러드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무지개피클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군만두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⑤⑥⑩⑯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콘버터구이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크로와상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라이스칩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129Kcal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감귤한라봉주스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191Kcal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김말이튀김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93343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201440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4674794" y="846201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7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6015575" y="846614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207" y="4838521"/>
            <a:ext cx="1328516" cy="165125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="" xmlns:a16="http://schemas.microsoft.com/office/drawing/2014/main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531034"/>
            <a:chOff x="618003" y="1157978"/>
            <a:chExt cx="5677110" cy="7531034"/>
          </a:xfrm>
        </p:grpSpPr>
        <p:sp>
          <p:nvSpPr>
            <p:cNvPr id="37" name="Google Shape;37;p2">
              <a:extLst>
                <a:ext uri="{FF2B5EF4-FFF2-40B4-BE49-F238E27FC236}">
                  <a16:creationId xmlns="" xmlns:a16="http://schemas.microsoft.com/office/drawing/2014/main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="" xmlns:a16="http://schemas.microsoft.com/office/drawing/2014/main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="" xmlns:a16="http://schemas.microsoft.com/office/drawing/2014/main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="" xmlns:a16="http://schemas.microsoft.com/office/drawing/2014/main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="" xmlns:a16="http://schemas.microsoft.com/office/drawing/2014/main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="" xmlns:a16="http://schemas.microsoft.com/office/drawing/2014/main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="" xmlns:a16="http://schemas.microsoft.com/office/drawing/2014/main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="" xmlns:a16="http://schemas.microsoft.com/office/drawing/2014/main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="" xmlns:a16="http://schemas.microsoft.com/office/drawing/2014/main" id="{E8CC9484-49CF-1231-E7EA-18F0BC179853}"/>
                </a:ext>
              </a:extLst>
            </p:cNvPr>
            <p:cNvSpPr txBox="1"/>
            <p:nvPr/>
          </p:nvSpPr>
          <p:spPr>
            <a:xfrm>
              <a:off x="618003" y="478776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="" xmlns:a16="http://schemas.microsoft.com/office/drawing/2014/main" id="{1252665C-5F25-50F0-B4C6-0A3FB2D4A8AC}"/>
                </a:ext>
              </a:extLst>
            </p:cNvPr>
            <p:cNvSpPr txBox="1"/>
            <p:nvPr/>
          </p:nvSpPr>
          <p:spPr>
            <a:xfrm>
              <a:off x="1967392" y="478540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="" xmlns:a16="http://schemas.microsoft.com/office/drawing/2014/main" id="{A1E8AA39-180F-7517-1D3D-A5AA2D784A86}"/>
                </a:ext>
              </a:extLst>
            </p:cNvPr>
            <p:cNvSpPr txBox="1"/>
            <p:nvPr/>
          </p:nvSpPr>
          <p:spPr>
            <a:xfrm>
              <a:off x="3306844" y="478362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="" xmlns:a16="http://schemas.microsoft.com/office/drawing/2014/main" id="{3524CA58-FBEA-B15E-0BFE-596FB186918C}"/>
                </a:ext>
              </a:extLst>
            </p:cNvPr>
            <p:cNvSpPr txBox="1"/>
            <p:nvPr/>
          </p:nvSpPr>
          <p:spPr>
            <a:xfrm>
              <a:off x="4657658" y="47836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6010362" y="47812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="" xmlns:a16="http://schemas.microsoft.com/office/drawing/2014/main" id="{234CAFBB-4FB3-330B-EFA7-D94ED00DEAFC}"/>
                </a:ext>
              </a:extLst>
            </p:cNvPr>
            <p:cNvSpPr txBox="1"/>
            <p:nvPr/>
          </p:nvSpPr>
          <p:spPr>
            <a:xfrm>
              <a:off x="618003" y="661296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="" xmlns:a16="http://schemas.microsoft.com/office/drawing/2014/main" id="{D62E2A19-8493-4418-9F24-377DE04E4822}"/>
                </a:ext>
              </a:extLst>
            </p:cNvPr>
            <p:cNvSpPr txBox="1"/>
            <p:nvPr/>
          </p:nvSpPr>
          <p:spPr>
            <a:xfrm>
              <a:off x="1967392" y="661060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="" xmlns:a16="http://schemas.microsoft.com/office/drawing/2014/main" id="{18C5B212-DADC-1310-AA28-2342DBDA901B}"/>
                </a:ext>
              </a:extLst>
            </p:cNvPr>
            <p:cNvSpPr txBox="1"/>
            <p:nvPr/>
          </p:nvSpPr>
          <p:spPr>
            <a:xfrm>
              <a:off x="3306844" y="660883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="" xmlns:a16="http://schemas.microsoft.com/office/drawing/2014/main" id="{5BA08C42-EBA3-18B6-FCA4-C19EBA1B2586}"/>
                </a:ext>
              </a:extLst>
            </p:cNvPr>
            <p:cNvSpPr txBox="1"/>
            <p:nvPr/>
          </p:nvSpPr>
          <p:spPr>
            <a:xfrm>
              <a:off x="4657658" y="66088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="" xmlns:a16="http://schemas.microsoft.com/office/drawing/2014/main" id="{04217DA5-F11F-3188-DA5F-CB119DD79B30}"/>
                </a:ext>
              </a:extLst>
            </p:cNvPr>
            <p:cNvSpPr txBox="1"/>
            <p:nvPr/>
          </p:nvSpPr>
          <p:spPr>
            <a:xfrm>
              <a:off x="6010362" y="66064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="" xmlns:a16="http://schemas.microsoft.com/office/drawing/2014/main" id="{7C8FFC1C-C58F-98BF-6575-810B9E24C750}"/>
                </a:ext>
              </a:extLst>
            </p:cNvPr>
            <p:cNvSpPr txBox="1"/>
            <p:nvPr/>
          </p:nvSpPr>
          <p:spPr>
            <a:xfrm>
              <a:off x="618003" y="84582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="" xmlns:a16="http://schemas.microsoft.com/office/drawing/2014/main" id="{97C28457-5A36-A39C-C52C-025E466978C7}"/>
                </a:ext>
              </a:extLst>
            </p:cNvPr>
            <p:cNvSpPr txBox="1"/>
            <p:nvPr/>
          </p:nvSpPr>
          <p:spPr>
            <a:xfrm>
              <a:off x="1967392" y="8455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="" xmlns:a16="http://schemas.microsoft.com/office/drawing/2014/main" id="{DF8F4FD9-F4AD-F7F7-0936-3BD31264363A}"/>
                </a:ext>
              </a:extLst>
            </p:cNvPr>
            <p:cNvSpPr txBox="1"/>
            <p:nvPr/>
          </p:nvSpPr>
          <p:spPr>
            <a:xfrm>
              <a:off x="3306844" y="84541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6" name="그림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71" y="8463516"/>
            <a:ext cx="6707369" cy="170426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313013"/>
            <a:ext cx="12677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altLang="ko-KR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Yonder International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3480142654"/>
              </p:ext>
            </p:extLst>
          </p:nvPr>
        </p:nvGraphicFramePr>
        <p:xfrm>
          <a:off x="194988" y="1156203"/>
          <a:ext cx="7166525" cy="901552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사과오이무침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씨앗볶음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우리밀핫도그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초코브라우니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크랜베리스콘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유기농요거트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사과주스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가자미살커틀렛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야채어묵바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미니츄러스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갈릭크림빵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134Kcal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①②⑤⑥⑬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상하아이스주스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자몽에이드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야채샌드위치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168Kcal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유자청멸치볶음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돈사태한방찜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투움바스파게티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비타민샐러드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무지개피클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군만두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⑤⑥⑩⑯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콘버터구이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크로와상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라이스칩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129Kcal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감귤한라봉주스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191Kcal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김말이튀김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93343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3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10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8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9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0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1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2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3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4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5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201440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6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4674794" y="846201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7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6015575" y="846614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207" y="4838521"/>
            <a:ext cx="1328516" cy="165125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8" name="Google Shape;36;p2">
            <a:extLst>
              <a:ext uri="{FF2B5EF4-FFF2-40B4-BE49-F238E27FC236}">
                <a16:creationId xmlns="" xmlns:a16="http://schemas.microsoft.com/office/drawing/2014/main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531034"/>
            <a:chOff x="618003" y="1157978"/>
            <a:chExt cx="5677110" cy="7531034"/>
          </a:xfrm>
        </p:grpSpPr>
        <p:sp>
          <p:nvSpPr>
            <p:cNvPr id="37" name="Google Shape;37;p2">
              <a:extLst>
                <a:ext uri="{FF2B5EF4-FFF2-40B4-BE49-F238E27FC236}">
                  <a16:creationId xmlns="" xmlns:a16="http://schemas.microsoft.com/office/drawing/2014/main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="" xmlns:a16="http://schemas.microsoft.com/office/drawing/2014/main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="" xmlns:a16="http://schemas.microsoft.com/office/drawing/2014/main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="" xmlns:a16="http://schemas.microsoft.com/office/drawing/2014/main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="" xmlns:a16="http://schemas.microsoft.com/office/drawing/2014/main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="" xmlns:a16="http://schemas.microsoft.com/office/drawing/2014/main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="" xmlns:a16="http://schemas.microsoft.com/office/drawing/2014/main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="" xmlns:a16="http://schemas.microsoft.com/office/drawing/2014/main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="" xmlns:a16="http://schemas.microsoft.com/office/drawing/2014/main" id="{E8CC9484-49CF-1231-E7EA-18F0BC179853}"/>
                </a:ext>
              </a:extLst>
            </p:cNvPr>
            <p:cNvSpPr txBox="1"/>
            <p:nvPr/>
          </p:nvSpPr>
          <p:spPr>
            <a:xfrm>
              <a:off x="618003" y="478776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="" xmlns:a16="http://schemas.microsoft.com/office/drawing/2014/main" id="{1252665C-5F25-50F0-B4C6-0A3FB2D4A8AC}"/>
                </a:ext>
              </a:extLst>
            </p:cNvPr>
            <p:cNvSpPr txBox="1"/>
            <p:nvPr/>
          </p:nvSpPr>
          <p:spPr>
            <a:xfrm>
              <a:off x="1967392" y="478540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="" xmlns:a16="http://schemas.microsoft.com/office/drawing/2014/main" id="{A1E8AA39-180F-7517-1D3D-A5AA2D784A86}"/>
                </a:ext>
              </a:extLst>
            </p:cNvPr>
            <p:cNvSpPr txBox="1"/>
            <p:nvPr/>
          </p:nvSpPr>
          <p:spPr>
            <a:xfrm>
              <a:off x="3306844" y="478362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="" xmlns:a16="http://schemas.microsoft.com/office/drawing/2014/main" id="{3524CA58-FBEA-B15E-0BFE-596FB186918C}"/>
                </a:ext>
              </a:extLst>
            </p:cNvPr>
            <p:cNvSpPr txBox="1"/>
            <p:nvPr/>
          </p:nvSpPr>
          <p:spPr>
            <a:xfrm>
              <a:off x="4657658" y="47836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6010362" y="47812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="" xmlns:a16="http://schemas.microsoft.com/office/drawing/2014/main" id="{234CAFBB-4FB3-330B-EFA7-D94ED00DEAFC}"/>
                </a:ext>
              </a:extLst>
            </p:cNvPr>
            <p:cNvSpPr txBox="1"/>
            <p:nvPr/>
          </p:nvSpPr>
          <p:spPr>
            <a:xfrm>
              <a:off x="618003" y="661296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="" xmlns:a16="http://schemas.microsoft.com/office/drawing/2014/main" id="{D62E2A19-8493-4418-9F24-377DE04E4822}"/>
                </a:ext>
              </a:extLst>
            </p:cNvPr>
            <p:cNvSpPr txBox="1"/>
            <p:nvPr/>
          </p:nvSpPr>
          <p:spPr>
            <a:xfrm>
              <a:off x="1967392" y="661060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="" xmlns:a16="http://schemas.microsoft.com/office/drawing/2014/main" id="{18C5B212-DADC-1310-AA28-2342DBDA901B}"/>
                </a:ext>
              </a:extLst>
            </p:cNvPr>
            <p:cNvSpPr txBox="1"/>
            <p:nvPr/>
          </p:nvSpPr>
          <p:spPr>
            <a:xfrm>
              <a:off x="3306844" y="660883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="" xmlns:a16="http://schemas.microsoft.com/office/drawing/2014/main" id="{5BA08C42-EBA3-18B6-FCA4-C19EBA1B2586}"/>
                </a:ext>
              </a:extLst>
            </p:cNvPr>
            <p:cNvSpPr txBox="1"/>
            <p:nvPr/>
          </p:nvSpPr>
          <p:spPr>
            <a:xfrm>
              <a:off x="4657658" y="66088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="" xmlns:a16="http://schemas.microsoft.com/office/drawing/2014/main" id="{04217DA5-F11F-3188-DA5F-CB119DD79B30}"/>
                </a:ext>
              </a:extLst>
            </p:cNvPr>
            <p:cNvSpPr txBox="1"/>
            <p:nvPr/>
          </p:nvSpPr>
          <p:spPr>
            <a:xfrm>
              <a:off x="6010362" y="66064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="" xmlns:a16="http://schemas.microsoft.com/office/drawing/2014/main" id="{7C8FFC1C-C58F-98BF-6575-810B9E24C750}"/>
                </a:ext>
              </a:extLst>
            </p:cNvPr>
            <p:cNvSpPr txBox="1"/>
            <p:nvPr/>
          </p:nvSpPr>
          <p:spPr>
            <a:xfrm>
              <a:off x="618003" y="84582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="" xmlns:a16="http://schemas.microsoft.com/office/drawing/2014/main" id="{97C28457-5A36-A39C-C52C-025E466978C7}"/>
                </a:ext>
              </a:extLst>
            </p:cNvPr>
            <p:cNvSpPr txBox="1"/>
            <p:nvPr/>
          </p:nvSpPr>
          <p:spPr>
            <a:xfrm>
              <a:off x="1967392" y="8455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="" xmlns:a16="http://schemas.microsoft.com/office/drawing/2014/main" id="{DF8F4FD9-F4AD-F7F7-0936-3BD31264363A}"/>
                </a:ext>
              </a:extLst>
            </p:cNvPr>
            <p:cNvSpPr txBox="1"/>
            <p:nvPr/>
          </p:nvSpPr>
          <p:spPr>
            <a:xfrm>
              <a:off x="3306844" y="84541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6" name="그림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71" y="8463516"/>
            <a:ext cx="6707369" cy="170426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1165</TotalTime>
  <Words>1575</Words>
  <Application>Microsoft Office PowerPoint</Application>
  <PresentationFormat>사용자 지정</PresentationFormat>
  <Paragraphs>482</Paragraphs>
  <Slides>2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슬라이드 1</vt:lpstr>
      <vt:lpstr>슬라이드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155</cp:revision>
  <cp:lastPrinted>2026-05-08T00:58:49Z</cp:lastPrinted>
  <dcterms:modified xsi:type="dcterms:W3CDTF">2026-06-24T00:52:51Z</dcterms:modified>
</cp:coreProperties>
</file>