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293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광교</a:t>
            </a: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SLP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코코넛새우튀김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닭고기카레볶음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만둣국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돈육버섯볶음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베이컨주먹밥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계란말이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소고기주먹밥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꼬마돈까스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b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종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120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경주빵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①②⑥⑲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b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159Kcal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팬케이크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리얼망고주스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견과믹스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과일푸딩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유기농쌀뻥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천도복숭아주스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호두과자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군고구마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ABC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그래놀라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3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10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0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3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4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6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5439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5852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6138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8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15794"/>
            <a:chOff x="618003" y="1157978"/>
            <a:chExt cx="5677110" cy="751579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014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777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7600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7600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7361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43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406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3889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55" name="그림 1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0" name="그룹 16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24300"/>
            <a:ext cx="7146829" cy="323165"/>
            <a:chOff x="194988" y="9900789"/>
            <a:chExt cx="7146829" cy="323165"/>
          </a:xfrm>
        </p:grpSpPr>
        <p:sp>
          <p:nvSpPr>
            <p:cNvPr id="171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⑫토마토 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72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920</Words>
  <Application>Microsoft Office PowerPoint</Application>
  <PresentationFormat>사용자 지정</PresentationFormat>
  <Paragraphs>285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157</cp:revision>
  <cp:lastPrinted>2026-05-08T00:58:49Z</cp:lastPrinted>
  <dcterms:modified xsi:type="dcterms:W3CDTF">2026-06-25T00:00:58Z</dcterms:modified>
</cp:coreProperties>
</file>