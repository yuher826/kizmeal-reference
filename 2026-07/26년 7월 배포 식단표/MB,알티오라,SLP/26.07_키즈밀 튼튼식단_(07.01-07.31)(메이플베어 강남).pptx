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EBCD"/>
    <a:srgbClr val="146152"/>
    <a:srgbClr val="F0F8F3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2357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50" b="1" i="0" u="none" strike="noStrike" cap="none" dirty="0" smtClean="0">
                          <a:solidFill>
                            <a:srgbClr val="00206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 학 기 간</a:t>
                      </a:r>
                      <a:endParaRPr lang="en-US" altLang="ko-KR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1050" b="1" i="0" u="none" strike="noStrike" cap="none" dirty="0" smtClean="0">
                        <a:solidFill>
                          <a:srgbClr val="00206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2" y="8457419"/>
            <a:ext cx="6724800" cy="1713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8524"/>
          <a:stretch>
            <a:fillRect/>
          </a:stretch>
        </p:blipFill>
        <p:spPr>
          <a:xfrm>
            <a:off x="6035040" y="6670232"/>
            <a:ext cx="1462962" cy="17772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757</Words>
  <Application>Microsoft Office PowerPoint</Application>
  <PresentationFormat>사용자 지정</PresentationFormat>
  <Paragraphs>237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159</cp:revision>
  <cp:lastPrinted>2026-05-08T00:58:49Z</cp:lastPrinted>
  <dcterms:modified xsi:type="dcterms:W3CDTF">2026-06-24T05:14:44Z</dcterms:modified>
</cp:coreProperties>
</file>