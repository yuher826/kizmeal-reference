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74" r:id="rId4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6152"/>
    <a:srgbClr val="006600"/>
    <a:srgbClr val="FF3300"/>
    <a:srgbClr val="339966"/>
    <a:srgbClr val="336600"/>
    <a:srgbClr val="84B29C"/>
    <a:srgbClr val="339933"/>
    <a:srgbClr val="F0F8F3"/>
    <a:srgbClr val="F2EEE8"/>
    <a:srgbClr val="FCF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47" autoAdjust="0"/>
    <p:restoredTop sz="94670"/>
  </p:normalViewPr>
  <p:slideViewPr>
    <p:cSldViewPr snapToGrid="0">
      <p:cViewPr>
        <p:scale>
          <a:sx n="125" d="100"/>
          <a:sy n="125" d="100"/>
        </p:scale>
        <p:origin x="514" y="-7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CK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APR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453764"/>
              </p:ext>
            </p:extLst>
          </p:nvPr>
        </p:nvGraphicFramePr>
        <p:xfrm>
          <a:off x="194988" y="1156203"/>
          <a:ext cx="7166525" cy="8878415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9334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" y="13478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8432" y="1304882"/>
            <a:ext cx="194000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209" y="21848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달래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주꾸미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440" y="286886"/>
            <a:ext cx="589257" cy="479815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54" y="280035"/>
            <a:ext cx="465976" cy="5096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534" y="8332347"/>
            <a:ext cx="1320903" cy="168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CK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APR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1260545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336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" y="13478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8432" y="1304882"/>
            <a:ext cx="194000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0066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209" y="21848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달래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주꾸미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440" y="286886"/>
            <a:ext cx="589257" cy="479815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54" y="280035"/>
            <a:ext cx="465976" cy="509634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534" y="8306947"/>
            <a:ext cx="1320903" cy="168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CK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APR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915917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" y="13478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8432" y="1304882"/>
            <a:ext cx="194000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0066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209" y="21848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달래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주꾸미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440" y="286886"/>
            <a:ext cx="589257" cy="479815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54" y="280035"/>
            <a:ext cx="465976" cy="509634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534" y="8312027"/>
            <a:ext cx="1320903" cy="168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784</Words>
  <Application>Microsoft Office PowerPoint</Application>
  <PresentationFormat>사용자 지정</PresentationFormat>
  <Paragraphs>159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Pretendard</vt:lpstr>
      <vt:lpstr>Pretendard ExtraBold</vt:lpstr>
      <vt:lpstr>Pretendard Light</vt:lpstr>
      <vt:lpstr>Pretendard Medium</vt:lpstr>
      <vt:lpstr>Arial</vt:lpstr>
      <vt:lpstr>Calibri</vt:lpstr>
      <vt:lpstr>OLDWEST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108</cp:revision>
  <cp:lastPrinted>2026-03-05T22:17:45Z</cp:lastPrinted>
  <dcterms:modified xsi:type="dcterms:W3CDTF">2026-05-26T22:41:30Z</dcterms:modified>
</cp:coreProperties>
</file>