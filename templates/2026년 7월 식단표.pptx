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6638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210 옴니고딕 030" panose="02020603020101020101" pitchFamily="18" charset="-127"/>
      <p:regular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68" autoAdjust="0"/>
    <p:restoredTop sz="94670"/>
  </p:normalViewPr>
  <p:slideViewPr>
    <p:cSldViewPr snapToGrid="0">
      <p:cViewPr varScale="1">
        <p:scale>
          <a:sx n="53" d="100"/>
          <a:sy n="53" d="100"/>
        </p:scale>
        <p:origin x="220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142654"/>
              </p:ext>
            </p:extLst>
          </p:nvPr>
        </p:nvGraphicFramePr>
        <p:xfrm>
          <a:off x="194988" y="1156203"/>
          <a:ext cx="7166525" cy="8878415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" y="13478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8432" y="1304882"/>
            <a:ext cx="19400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209" y="21848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6138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1" y="831873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356703" y="8970811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여름방</a:t>
            </a:r>
            <a:r>
              <a:rPr lang="ko-KR" altLang="en-US" sz="2000" spc="2000" dirty="0">
                <a:solidFill>
                  <a:schemeClr val="tx1">
                    <a:lumMod val="85000"/>
                    <a:lumOff val="1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학</a:t>
            </a:r>
          </a:p>
        </p:txBody>
      </p:sp>
    </p:spTree>
    <p:extLst>
      <p:ext uri="{BB962C8B-B14F-4D97-AF65-F5344CB8AC3E}">
        <p14:creationId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336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" y="13478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8432" y="1304882"/>
            <a:ext cx="19400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0066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209" y="21848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2356703" y="8950491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여름방</a:t>
            </a:r>
            <a:r>
              <a:rPr lang="ko-KR" altLang="en-US" sz="2000" spc="2000" dirty="0">
                <a:solidFill>
                  <a:schemeClr val="tx1">
                    <a:lumMod val="85000"/>
                    <a:lumOff val="1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학</a:t>
            </a:r>
          </a:p>
        </p:txBody>
      </p:sp>
    </p:spTree>
    <p:extLst>
      <p:ext uri="{BB962C8B-B14F-4D97-AF65-F5344CB8AC3E}">
        <p14:creationId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75959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7952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" y="13478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8432" y="1304882"/>
            <a:ext cx="19400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0066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209" y="21848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4614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1" y="8298416"/>
            <a:ext cx="6707369" cy="1704261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2356703" y="8960651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여름방</a:t>
            </a:r>
            <a:r>
              <a:rPr lang="ko-KR" altLang="en-US" sz="2000" spc="2000" dirty="0">
                <a:solidFill>
                  <a:schemeClr val="tx1">
                    <a:lumMod val="85000"/>
                    <a:lumOff val="15000"/>
                  </a:schemeClr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학</a:t>
            </a:r>
          </a:p>
        </p:txBody>
      </p:sp>
    </p:spTree>
    <p:extLst>
      <p:ext uri="{BB962C8B-B14F-4D97-AF65-F5344CB8AC3E}">
        <p14:creationId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798</Words>
  <Application>Microsoft Office PowerPoint</Application>
  <PresentationFormat>사용자 지정</PresentationFormat>
  <Paragraphs>165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Pretendard ExtraBold</vt:lpstr>
      <vt:lpstr>Calibri</vt:lpstr>
      <vt:lpstr>OLDWEST</vt:lpstr>
      <vt:lpstr>Pretendard Medium</vt:lpstr>
      <vt:lpstr>Pretendard</vt:lpstr>
      <vt:lpstr>210 옴니고딕 030</vt:lpstr>
      <vt:lpstr>Pretendard Light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119</cp:revision>
  <cp:lastPrinted>2026-05-08T00:58:49Z</cp:lastPrinted>
  <dcterms:modified xsi:type="dcterms:W3CDTF">2026-05-27T06:32:54Z</dcterms:modified>
</cp:coreProperties>
</file>