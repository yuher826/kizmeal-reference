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78" r:id="rId2"/>
    <p:sldId id="279" r:id="rId3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3364">
          <p15:clr>
            <a:srgbClr val="A4A3A4"/>
          </p15:clr>
        </p15:guide>
        <p15:guide id="2" pos="23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629C80"/>
    <a:srgbClr val="84B29C"/>
    <a:srgbClr val="F0F8F3"/>
    <a:srgbClr val="DEF6F3"/>
    <a:srgbClr val="FDF9F8"/>
    <a:srgbClr val="F2EEE8"/>
    <a:srgbClr val="146152"/>
    <a:srgbClr val="A1D4C9"/>
    <a:srgbClr val="FAF8F3"/>
    <a:srgbClr val="9CE2A3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034" autoAdjust="0"/>
    <p:restoredTop sz="94750"/>
  </p:normalViewPr>
  <p:slideViewPr>
    <p:cSldViewPr snapToGrid="0">
      <p:cViewPr>
        <p:scale>
          <a:sx n="125" d="100"/>
          <a:sy n="125" d="100"/>
        </p:scale>
        <p:origin x="-874" y="4680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0258D99B-31B3-9497-6146-3EEA2931B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381FC784-5A9A-335A-300A-366C573CD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smtClean="0"/>
              <a:t>위탁 오전오후간식</a:t>
            </a:r>
            <a:r>
              <a:rPr lang="en-US" altLang="ko-KR" dirty="0" smtClean="0"/>
              <a:t>ver.</a:t>
            </a: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7688FDCB-C501-C70D-8478-E8AFC79FDB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271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0258D99B-31B3-9497-6146-3EEA2931B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381FC784-5A9A-335A-300A-366C573CD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KIS </a:t>
            </a:r>
            <a:r>
              <a:rPr lang="ko-KR" altLang="en-US" dirty="0" smtClean="0"/>
              <a:t>국문</a:t>
            </a:r>
            <a:r>
              <a:rPr lang="en-US" altLang="ko-KR" dirty="0" smtClean="0"/>
              <a:t>ver.</a:t>
            </a: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7688FDCB-C501-C70D-8478-E8AFC79FDB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271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86ED39AE-7614-DB84-4672-F2A208BA4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10A6B552-25C0-1E61-9BF5-8E1F4B8D9AA1}"/>
              </a:ext>
            </a:extLst>
          </p:cNvPr>
          <p:cNvSpPr txBox="1"/>
          <p:nvPr/>
        </p:nvSpPr>
        <p:spPr>
          <a:xfrm>
            <a:off x="5981124" y="637341"/>
            <a:ext cx="126771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algn="r">
              <a:buSzPts val="1200"/>
            </a:pPr>
            <a:r>
              <a:rPr lang="en-US" altLang="ko-KR" sz="1200" b="1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CK</a:t>
            </a:r>
            <a:endParaRPr lang="en-US" altLang="ko-KR" sz="1200" b="1" dirty="0">
              <a:solidFill>
                <a:srgbClr val="14615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F27499B6-9F16-8007-8166-646806128392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MAR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B0D824EA-4E4A-7A50-CCB0-A8431F3B5F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267194229"/>
              </p:ext>
            </p:extLst>
          </p:nvPr>
        </p:nvGraphicFramePr>
        <p:xfrm>
          <a:off x="194988" y="1156203"/>
          <a:ext cx="7166525" cy="869255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023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00" b="1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삼일절</a:t>
                      </a:r>
                      <a:endParaRPr lang="en-US" altLang="ko-KR" sz="1200" b="1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*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대체공휴일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*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altLang="ko-KR" sz="9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altLang="ko-KR" sz="9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altLang="ko-KR" sz="9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altLang="ko-KR" sz="9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altLang="ko-KR" sz="9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altLang="ko-KR" sz="9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altLang="ko-KR" sz="9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40828249"/>
                  </a:ext>
                </a:extLst>
              </a:tr>
              <a:tr h="25102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ko-KR" altLang="en-US"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99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0442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0252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3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931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11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0363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3" name="Google Shape;64;p2">
            <a:extLst>
              <a:ext uri="{FF2B5EF4-FFF2-40B4-BE49-F238E27FC236}">
                <a16:creationId xmlns:a16="http://schemas.microsoft.com/office/drawing/2014/main" xmlns="" id="{39F66ABF-C554-7FD7-06CB-52734587FE1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4" name="Google Shape;65;p2">
              <a:extLst>
                <a:ext uri="{FF2B5EF4-FFF2-40B4-BE49-F238E27FC236}">
                  <a16:creationId xmlns:a16="http://schemas.microsoft.com/office/drawing/2014/main" xmlns="" id="{AC0884CA-833C-16D0-16D2-717184FDBE7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AE8874C7-811B-D167-6C71-FC535B73D74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E4835896-D719-1BAA-1F29-DA399AC4CF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0B151AC6-BA4C-1CBA-A391-5EE471AD73B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155F1358-AB4A-EBF9-3A5E-37D6DC6CC09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F711D1FE-42D1-8CED-C0DD-6AC2E08910D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3C487EC5-BF21-E999-E560-F07A6502D76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18E2673F-0923-C6D7-6604-AE2370A0D9B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17792E99-C3A9-04B6-345D-B0DC74CE07E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2B904548-3E7C-EF81-9DE1-2A46FA18609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279E856B-D904-60BE-B834-D61FF7E8EA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C84FA4BB-24EB-DF38-CCD2-08F3C95DEA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E5E08F62-638D-F1A6-EC80-45204EE4797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0CB9873A-7C52-C58F-8EB2-455C57BFA8B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1967E027-960C-72FD-8F1A-558693626D5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15B6EE8A-C591-71C2-69AA-0EA3361544B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:a16="http://schemas.microsoft.com/office/drawing/2014/main" xmlns="" id="{891F910A-D0FD-098A-83E6-971E003C1F1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511F3430-DF89-DC22-64BB-1AC5BB52AC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E2E8CF58-877E-0FF5-0872-B72914D96BB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F5FBDF54-1739-9FBB-5BAC-652A2E3555B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4BB78259-5B75-1575-3049-63CD9DC3A9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9E8B76F8-6BC1-D43B-F159-C09E10DAD73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8993ECAD-22B1-96EB-066B-0397CEA9A0D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785CC9DF-D83A-347A-F07C-40CC1679C18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9D8C951-61DB-6600-D9F0-8ED2599302C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AE49CAD-6ED7-B1CC-F37A-D3B89E15354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72DF1E4B-F185-B854-D3B8-D31990BD0A0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92;p2">
              <a:extLst>
                <a:ext uri="{FF2B5EF4-FFF2-40B4-BE49-F238E27FC236}">
                  <a16:creationId xmlns:a16="http://schemas.microsoft.com/office/drawing/2014/main" xmlns="" id="{A36A24CC-4791-AA20-6252-1E56E7FFAA1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001BBA79-D1A7-B796-AEF7-801605D0760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30B42112-6421-DDA6-C01A-05432A76D3E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424B01F0-F320-5030-05D7-A9301CD3F9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6E6E0B7B-4E90-1159-2A14-4E32D01299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9AD59169-CDA6-5859-754E-BA7A55BCA7A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5A8486CE-EAAE-E7C3-7D93-15791C5240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FB0BDBE2-D604-662F-FB45-7EA3C74342E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E31AFA26-DCD6-D331-0EC6-E30F6C2B016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42A9AB3B-8422-02E4-878A-BA17EE9507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CBECE1E6-5E28-0628-050C-5AD643CAC64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0C4FC315-ECC7-5996-9A77-C53088D0884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7F0CD778-6201-76C8-3AFC-6829E99FE96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362ED76A-969F-56B2-75A2-AF6FE680F25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CB223EE2-25B6-1C1A-7BC7-FB2A7600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97659499-D251-1524-7C78-796BCCD9074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BF2B4E35-60C5-3B24-081D-D9FB6E91EF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950A7222-DAF1-1FDC-574F-31642A0259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07F0E2B2-7A8F-3D93-ABD2-DF60A73824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7ACDC432-172E-03CE-BD5E-7C4CCC542B2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12;p2">
              <a:extLst>
                <a:ext uri="{FF2B5EF4-FFF2-40B4-BE49-F238E27FC236}">
                  <a16:creationId xmlns:a16="http://schemas.microsoft.com/office/drawing/2014/main" xmlns="" id="{5E4C4D65-471D-10A9-D326-2202F3D94D9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69D1F87E-47AC-4754-D7A5-86089DA5649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9A12287E-DAF7-6DDD-9AC6-CE19A9D4C5D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2495D247-F9E5-ADAA-4B90-5179AC4785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C3FE97D3-7AD1-1636-1DFB-9139869A70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2A1FCA24-65CE-90A5-603E-143209C5122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02D407D3-879D-A191-08E2-B6D00A6899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3135DD51-2ABA-E7E0-EE1B-078BACD98FA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4DACBC09-ACC4-8651-CB3A-90112420ABE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75B31B43-87BA-2A94-0612-309FDD484F9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4457B96D-1A13-F942-BA41-1122E52B1A9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AF464B99-46F3-7513-AE63-A1AF5F21E6B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54C5A2F9-7561-D3B0-E785-97D11D491C8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E5CD9C07-04BB-609A-B873-9592869D5D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E3486CF5-8D39-CFB7-23A0-FF7EEB0338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DC164110-00B7-8E38-80B8-32959D81C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28;p2">
              <a:extLst>
                <a:ext uri="{FF2B5EF4-FFF2-40B4-BE49-F238E27FC236}">
                  <a16:creationId xmlns:a16="http://schemas.microsoft.com/office/drawing/2014/main" xmlns="" id="{28B08139-55DC-D0E4-D3FB-6AFDB34AD98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1DA4D327-A05B-774A-0899-D63CB11C050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84DD7C5-F556-B6A6-CFE6-4790A562990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2029EFE5-5BCA-9BBD-CAA4-C5F8B0B7A38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9F29BBE-101D-1940-7D52-C3A0F87FBEB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D05B6280-DCE4-899B-D495-90327D76E10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46E5787-838D-DA1D-10CF-E679EB82488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57E2D47C-3BC0-B572-6EF6-C836E17662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4" name="Google Shape;136;p2">
              <a:extLst>
                <a:ext uri="{FF2B5EF4-FFF2-40B4-BE49-F238E27FC236}">
                  <a16:creationId xmlns:a16="http://schemas.microsoft.com/office/drawing/2014/main" xmlns="" id="{42127B05-D5CA-7603-9A1F-94EFC90DEF2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B282413E-CF9E-1FFC-3709-21277B13AED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90FA19F0-388E-4117-FFCE-8A2AD6CE6A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5E595767-F3F8-A7A0-AFB3-645FA12FD7C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48F5957B-1B58-2A76-02F5-23984A23AA6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09F33AD9-F8AB-AC9D-F9DA-A8F082CA81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E3C0A5F-3590-DA69-4E15-E5EFF611322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307831D-0282-E2AE-6CD1-1425D763CCB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5" name="Google Shape;144;p2">
              <a:extLst>
                <a:ext uri="{FF2B5EF4-FFF2-40B4-BE49-F238E27FC236}">
                  <a16:creationId xmlns:a16="http://schemas.microsoft.com/office/drawing/2014/main" xmlns="" id="{A1FCED4D-5B37-0A95-7EB2-DB86DA0CC1E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BF625984-2C0E-C1DD-D40F-AE33C9F0698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4355662B-DB41-08A3-B0F8-099207339F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545E3D4B-D86C-D8AE-5DE0-66DF4F1AB5B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FB9D29C2-AF13-7AB4-9ADF-349933A9C69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047B0207-E427-84A9-C9DE-80280C354F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2080FD57-7936-665E-0A56-6E97F274673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1B359B04-3201-D349-3F11-94D665FFF81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3E17FAE6-17DA-952D-74CA-98C3075F17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93D1F7A5-D784-FD4F-5E1A-5B8CA87D48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7BD65326-B6C6-E55F-914D-5A808B7F1A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55;p2">
              <a:extLst>
                <a:ext uri="{FF2B5EF4-FFF2-40B4-BE49-F238E27FC236}">
                  <a16:creationId xmlns:a16="http://schemas.microsoft.com/office/drawing/2014/main" xmlns="" id="{556CB309-7303-6A6B-0B12-679CFA4E307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65225B7E-4A1F-31AF-63C2-83EA1748B77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F7BEB915-F92D-C907-37F1-D6F0D64DFC7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AB26DFC2-65CC-14E9-5A90-DA8C66ECA3E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3FA5086E-8062-0507-AC47-966FD65112F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25AA1942-1406-0813-55A7-94E8D05F4EA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9F5FDFF0-38CA-4D49-3FA4-FDC589C9833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410072D3-0C8F-13CB-CAB2-8E094A54F16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792C8D99-D42B-6A85-C81D-41C453FC8A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8B52898-11EF-423F-1957-BDC6C79A2D6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DCF4A932-B2B7-D644-B46C-FEAF6AEBA71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8" name="그룹 2">
            <a:extLst>
              <a:ext uri="{FF2B5EF4-FFF2-40B4-BE49-F238E27FC236}">
                <a16:creationId xmlns:a16="http://schemas.microsoft.com/office/drawing/2014/main" xmlns="" id="{2F82EDFA-411D-E2B5-BCC1-D1BA4B218F1D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E14A417D-65ED-17A0-D844-CD49A2432FFE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93BAD971-789D-2526-9668-30A5C205C81A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9292BEFB-D545-FB02-FB50-CDBBD0552AF2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C6DF0EB5-86C6-16DA-D90F-4D252C3ADA65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A428D11B-018B-FDCF-1FF4-A42E2658F6C2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EF0C6C97-E9F0-C659-11A8-D66F6850BF2D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6F14B33C-B761-897C-F8AB-07C6042CCC4A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94D0F4B1-79F0-14F3-780C-FA82D1E47324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E3465FD6-BF17-3D08-DA51-00FF6568EA7C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29498B00-799F-4898-134B-83768F48B3AA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grpSp>
        <p:nvGrpSpPr>
          <p:cNvPr id="171" name="Google Shape;36;p2">
            <a:extLst>
              <a:ext uri="{FF2B5EF4-FFF2-40B4-BE49-F238E27FC236}">
                <a16:creationId xmlns:a16="http://schemas.microsoft.com/office/drawing/2014/main" xmlns="" id="{8DB4DA47-1D48-1687-D4C3-D5447A5E9C51}"/>
              </a:ext>
            </a:extLst>
          </p:cNvPr>
          <p:cNvGrpSpPr/>
          <p:nvPr/>
        </p:nvGrpSpPr>
        <p:grpSpPr>
          <a:xfrm>
            <a:off x="637928" y="1186266"/>
            <a:ext cx="5649284" cy="7178032"/>
            <a:chOff x="618003" y="1170768"/>
            <a:chExt cx="5677110" cy="7138285"/>
          </a:xfrm>
        </p:grpSpPr>
        <p:sp>
          <p:nvSpPr>
            <p:cNvPr id="172" name="Google Shape;37;p2">
              <a:extLst>
                <a:ext uri="{FF2B5EF4-FFF2-40B4-BE49-F238E27FC236}">
                  <a16:creationId xmlns:a16="http://schemas.microsoft.com/office/drawing/2014/main" xmlns="" id="{AACCA37B-E65D-AED0-6DCE-6EF9302FE858}"/>
                </a:ext>
              </a:extLst>
            </p:cNvPr>
            <p:cNvSpPr txBox="1"/>
            <p:nvPr/>
          </p:nvSpPr>
          <p:spPr>
            <a:xfrm>
              <a:off x="632739" y="117076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38;p2">
              <a:extLst>
                <a:ext uri="{FF2B5EF4-FFF2-40B4-BE49-F238E27FC236}">
                  <a16:creationId xmlns:a16="http://schemas.microsoft.com/office/drawing/2014/main" xmlns="" id="{0D97881A-FA8F-182C-A33B-24BEEDA78AA4}"/>
                </a:ext>
              </a:extLst>
            </p:cNvPr>
            <p:cNvSpPr txBox="1"/>
            <p:nvPr/>
          </p:nvSpPr>
          <p:spPr>
            <a:xfrm>
              <a:off x="1973502" y="117076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4" name="Google Shape;39;p2">
              <a:extLst>
                <a:ext uri="{FF2B5EF4-FFF2-40B4-BE49-F238E27FC236}">
                  <a16:creationId xmlns:a16="http://schemas.microsoft.com/office/drawing/2014/main" xmlns="" id="{FAF937F7-9230-D1DD-C819-E36D2CB0292E}"/>
                </a:ext>
              </a:extLst>
            </p:cNvPr>
            <p:cNvSpPr txBox="1"/>
            <p:nvPr/>
          </p:nvSpPr>
          <p:spPr>
            <a:xfrm>
              <a:off x="3312954" y="117076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5" name="Google Shape;40;p2">
              <a:extLst>
                <a:ext uri="{FF2B5EF4-FFF2-40B4-BE49-F238E27FC236}">
                  <a16:creationId xmlns:a16="http://schemas.microsoft.com/office/drawing/2014/main" xmlns="" id="{5728BAD4-F6F6-D32F-AC36-833E52E8782C}"/>
                </a:ext>
              </a:extLst>
            </p:cNvPr>
            <p:cNvSpPr txBox="1"/>
            <p:nvPr/>
          </p:nvSpPr>
          <p:spPr>
            <a:xfrm>
              <a:off x="4663768" y="117076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6" name="Google Shape;41;p2">
              <a:extLst>
                <a:ext uri="{FF2B5EF4-FFF2-40B4-BE49-F238E27FC236}">
                  <a16:creationId xmlns:a16="http://schemas.microsoft.com/office/drawing/2014/main" xmlns="" id="{C121361C-C58B-0030-E45F-E96B142B2684}"/>
                </a:ext>
              </a:extLst>
            </p:cNvPr>
            <p:cNvSpPr txBox="1"/>
            <p:nvPr/>
          </p:nvSpPr>
          <p:spPr>
            <a:xfrm>
              <a:off x="6016472" y="117076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:a16="http://schemas.microsoft.com/office/drawing/2014/main" xmlns="" id="{A5F44D3E-C15B-B432-882D-A658C5943D2F}"/>
                </a:ext>
              </a:extLst>
            </p:cNvPr>
            <p:cNvSpPr txBox="1"/>
            <p:nvPr/>
          </p:nvSpPr>
          <p:spPr>
            <a:xfrm>
              <a:off x="634219" y="289448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43;p2">
              <a:extLst>
                <a:ext uri="{FF2B5EF4-FFF2-40B4-BE49-F238E27FC236}">
                  <a16:creationId xmlns:a16="http://schemas.microsoft.com/office/drawing/2014/main" xmlns="" id="{142A50B4-0B55-3F58-A9E2-2E6A5C8F8792}"/>
                </a:ext>
              </a:extLst>
            </p:cNvPr>
            <p:cNvSpPr txBox="1"/>
            <p:nvPr/>
          </p:nvSpPr>
          <p:spPr>
            <a:xfrm>
              <a:off x="1983608" y="289448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44;p2">
              <a:extLst>
                <a:ext uri="{FF2B5EF4-FFF2-40B4-BE49-F238E27FC236}">
                  <a16:creationId xmlns:a16="http://schemas.microsoft.com/office/drawing/2014/main" xmlns="" id="{05D8474D-70AD-F735-C1B4-A1163670168B}"/>
                </a:ext>
              </a:extLst>
            </p:cNvPr>
            <p:cNvSpPr txBox="1"/>
            <p:nvPr/>
          </p:nvSpPr>
          <p:spPr>
            <a:xfrm>
              <a:off x="3323060" y="289448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0" name="Google Shape;45;p2">
              <a:extLst>
                <a:ext uri="{FF2B5EF4-FFF2-40B4-BE49-F238E27FC236}">
                  <a16:creationId xmlns:a16="http://schemas.microsoft.com/office/drawing/2014/main" xmlns="" id="{BD5F6EE9-215B-40EC-AB50-28D866DD9335}"/>
                </a:ext>
              </a:extLst>
            </p:cNvPr>
            <p:cNvSpPr txBox="1"/>
            <p:nvPr/>
          </p:nvSpPr>
          <p:spPr>
            <a:xfrm>
              <a:off x="4673874" y="289448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1" name="Google Shape;46;p2">
              <a:extLst>
                <a:ext uri="{FF2B5EF4-FFF2-40B4-BE49-F238E27FC236}">
                  <a16:creationId xmlns:a16="http://schemas.microsoft.com/office/drawing/2014/main" xmlns="" id="{9A92DDE1-04AD-771A-A89F-8ECB8A3FCBA5}"/>
                </a:ext>
              </a:extLst>
            </p:cNvPr>
            <p:cNvSpPr txBox="1"/>
            <p:nvPr/>
          </p:nvSpPr>
          <p:spPr>
            <a:xfrm>
              <a:off x="6026578" y="289448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2" name="Google Shape;47;p2">
              <a:extLst>
                <a:ext uri="{FF2B5EF4-FFF2-40B4-BE49-F238E27FC236}">
                  <a16:creationId xmlns:a16="http://schemas.microsoft.com/office/drawing/2014/main" xmlns="" id="{8E837EC3-3614-6751-AEEC-17EA685ABAA3}"/>
                </a:ext>
              </a:extLst>
            </p:cNvPr>
            <p:cNvSpPr txBox="1"/>
            <p:nvPr/>
          </p:nvSpPr>
          <p:spPr>
            <a:xfrm>
              <a:off x="618003" y="46271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3" name="Google Shape;48;p2">
              <a:extLst>
                <a:ext uri="{FF2B5EF4-FFF2-40B4-BE49-F238E27FC236}">
                  <a16:creationId xmlns:a16="http://schemas.microsoft.com/office/drawing/2014/main" xmlns="" id="{1501B5BE-D06A-D256-DC75-7211B9C61C6E}"/>
                </a:ext>
              </a:extLst>
            </p:cNvPr>
            <p:cNvSpPr txBox="1"/>
            <p:nvPr/>
          </p:nvSpPr>
          <p:spPr>
            <a:xfrm>
              <a:off x="1967392" y="46271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4" name="Google Shape;49;p2">
              <a:extLst>
                <a:ext uri="{FF2B5EF4-FFF2-40B4-BE49-F238E27FC236}">
                  <a16:creationId xmlns:a16="http://schemas.microsoft.com/office/drawing/2014/main" xmlns="" id="{DEE35132-5639-1ACC-BCD7-FB491B1B3754}"/>
                </a:ext>
              </a:extLst>
            </p:cNvPr>
            <p:cNvSpPr txBox="1"/>
            <p:nvPr/>
          </p:nvSpPr>
          <p:spPr>
            <a:xfrm>
              <a:off x="3306844" y="46271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5" name="Google Shape;50;p2">
              <a:extLst>
                <a:ext uri="{FF2B5EF4-FFF2-40B4-BE49-F238E27FC236}">
                  <a16:creationId xmlns:a16="http://schemas.microsoft.com/office/drawing/2014/main" xmlns="" id="{C5159190-F78D-8740-7823-E8D03046BD86}"/>
                </a:ext>
              </a:extLst>
            </p:cNvPr>
            <p:cNvSpPr txBox="1"/>
            <p:nvPr/>
          </p:nvSpPr>
          <p:spPr>
            <a:xfrm>
              <a:off x="4657658" y="46271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6" name="Google Shape;51;p2">
              <a:extLst>
                <a:ext uri="{FF2B5EF4-FFF2-40B4-BE49-F238E27FC236}">
                  <a16:creationId xmlns:a16="http://schemas.microsoft.com/office/drawing/2014/main" xmlns="" id="{49FCB6DF-5BDF-7A63-36EF-36590BBF5E4B}"/>
                </a:ext>
              </a:extLst>
            </p:cNvPr>
            <p:cNvSpPr txBox="1"/>
            <p:nvPr/>
          </p:nvSpPr>
          <p:spPr>
            <a:xfrm>
              <a:off x="6010362" y="46271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7" name="Google Shape;52;p2">
              <a:extLst>
                <a:ext uri="{FF2B5EF4-FFF2-40B4-BE49-F238E27FC236}">
                  <a16:creationId xmlns:a16="http://schemas.microsoft.com/office/drawing/2014/main" xmlns="" id="{5DCB0723-46E3-D63E-4ADC-DAF61B457989}"/>
                </a:ext>
              </a:extLst>
            </p:cNvPr>
            <p:cNvSpPr txBox="1"/>
            <p:nvPr/>
          </p:nvSpPr>
          <p:spPr>
            <a:xfrm>
              <a:off x="618003" y="63500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8" name="Google Shape;53;p2">
              <a:extLst>
                <a:ext uri="{FF2B5EF4-FFF2-40B4-BE49-F238E27FC236}">
                  <a16:creationId xmlns:a16="http://schemas.microsoft.com/office/drawing/2014/main" xmlns="" id="{DFF3E905-B100-7A3A-B3ED-7BFB15BB6CF6}"/>
                </a:ext>
              </a:extLst>
            </p:cNvPr>
            <p:cNvSpPr txBox="1"/>
            <p:nvPr/>
          </p:nvSpPr>
          <p:spPr>
            <a:xfrm>
              <a:off x="1967392" y="63500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9" name="Google Shape;54;p2">
              <a:extLst>
                <a:ext uri="{FF2B5EF4-FFF2-40B4-BE49-F238E27FC236}">
                  <a16:creationId xmlns:a16="http://schemas.microsoft.com/office/drawing/2014/main" xmlns="" id="{A93F67FB-1F26-886E-A51A-F6041F572F01}"/>
                </a:ext>
              </a:extLst>
            </p:cNvPr>
            <p:cNvSpPr txBox="1"/>
            <p:nvPr/>
          </p:nvSpPr>
          <p:spPr>
            <a:xfrm>
              <a:off x="3306844" y="63500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90" name="Google Shape;55;p2">
              <a:extLst>
                <a:ext uri="{FF2B5EF4-FFF2-40B4-BE49-F238E27FC236}">
                  <a16:creationId xmlns:a16="http://schemas.microsoft.com/office/drawing/2014/main" xmlns="" id="{021A718E-D2CA-332A-A8D1-480975C7BEF5}"/>
                </a:ext>
              </a:extLst>
            </p:cNvPr>
            <p:cNvSpPr txBox="1"/>
            <p:nvPr/>
          </p:nvSpPr>
          <p:spPr>
            <a:xfrm>
              <a:off x="4657658" y="63500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91" name="Google Shape;56;p2">
              <a:extLst>
                <a:ext uri="{FF2B5EF4-FFF2-40B4-BE49-F238E27FC236}">
                  <a16:creationId xmlns:a16="http://schemas.microsoft.com/office/drawing/2014/main" xmlns="" id="{54FADC47-3375-C246-C513-19F9985BB8DE}"/>
                </a:ext>
              </a:extLst>
            </p:cNvPr>
            <p:cNvSpPr txBox="1"/>
            <p:nvPr/>
          </p:nvSpPr>
          <p:spPr>
            <a:xfrm>
              <a:off x="6010362" y="63500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92" name="Google Shape;57;p2">
              <a:extLst>
                <a:ext uri="{FF2B5EF4-FFF2-40B4-BE49-F238E27FC236}">
                  <a16:creationId xmlns:a16="http://schemas.microsoft.com/office/drawing/2014/main" xmlns="" id="{9AE832B0-EB88-F2DC-9AD3-322F09374776}"/>
                </a:ext>
              </a:extLst>
            </p:cNvPr>
            <p:cNvSpPr txBox="1"/>
            <p:nvPr/>
          </p:nvSpPr>
          <p:spPr>
            <a:xfrm>
              <a:off x="618761" y="807831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93" name="Google Shape;58;p2">
              <a:extLst>
                <a:ext uri="{FF2B5EF4-FFF2-40B4-BE49-F238E27FC236}">
                  <a16:creationId xmlns:a16="http://schemas.microsoft.com/office/drawing/2014/main" xmlns="" id="{4E2DE119-4733-14DF-494E-A16E84BFCA8E}"/>
                </a:ext>
              </a:extLst>
            </p:cNvPr>
            <p:cNvSpPr txBox="1"/>
            <p:nvPr/>
          </p:nvSpPr>
          <p:spPr>
            <a:xfrm>
              <a:off x="1968150" y="807831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3353515" y="9030347"/>
            <a:ext cx="394506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altLang="ko-KR" sz="900" dirty="0" smtClean="0">
              <a:latin typeface="Pretendard" pitchFamily="50" charset="-127"/>
              <a:ea typeface="Pretendard" pitchFamily="50" charset="-127"/>
              <a:cs typeface="Pretendard" pitchFamily="50" charset="-127"/>
            </a:endParaRPr>
          </a:p>
        </p:txBody>
      </p:sp>
      <p:pic>
        <p:nvPicPr>
          <p:cNvPr id="155" name="그림 15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52819" y="1824096"/>
            <a:ext cx="1297750" cy="106210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312124" y="8091876"/>
            <a:ext cx="1318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en-US" altLang="ko-KR" sz="1100" dirty="0">
                <a:solidFill>
                  <a:srgbClr val="146152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3</a:t>
            </a:r>
            <a:r>
              <a:rPr lang="ko-KR" altLang="en-US" sz="1100" dirty="0" smtClean="0">
                <a:solidFill>
                  <a:srgbClr val="146152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월의 추천 식재료</a:t>
            </a:r>
            <a:endParaRPr lang="en-US" altLang="ko-KR" sz="1100" dirty="0">
              <a:latin typeface="Pretendard" pitchFamily="50" charset="-127"/>
              <a:ea typeface="Pretendard" pitchFamily="50" charset="-127"/>
              <a:cs typeface="Pretendard" pitchFamily="50" charset="-127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216361" y="7878374"/>
            <a:ext cx="1813926" cy="1465310"/>
          </a:xfrm>
          <a:prstGeom prst="rect">
            <a:avLst/>
          </a:prstGeom>
        </p:spPr>
      </p:pic>
      <p:pic>
        <p:nvPicPr>
          <p:cNvPr id="170" name="그림 16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99193" y="8205029"/>
            <a:ext cx="908007" cy="829138"/>
          </a:xfrm>
          <a:prstGeom prst="rect">
            <a:avLst/>
          </a:prstGeom>
        </p:spPr>
      </p:pic>
      <p:sp>
        <p:nvSpPr>
          <p:cNvPr id="194" name="직사각형 193"/>
          <p:cNvSpPr/>
          <p:nvPr/>
        </p:nvSpPr>
        <p:spPr>
          <a:xfrm>
            <a:off x="3433802" y="9039103"/>
            <a:ext cx="380605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900" dirty="0" err="1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한라봉은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 비타민 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C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가 풍부해 피로 회복과 감기예방에 도움을 주는 과일입니다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. 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특히 </a:t>
            </a:r>
            <a:r>
              <a:rPr lang="ko-KR" altLang="en-US" sz="900" dirty="0" err="1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한라봉의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 속껍질에는 </a:t>
            </a:r>
            <a:r>
              <a:rPr lang="ko-KR" altLang="en-US" sz="900" dirty="0" err="1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헤스페리딘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 성분이 있어 동맥경화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, 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고혈압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, 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뇌졸중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, 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천식을 예방해줍니다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. 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쑥은 몸을 따뜻하게 해 주어 혈액순환을 원활하게 하고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,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 냉증 완화에 도움을 줍니다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. 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또한 면역력 강화와 염증 완화에 좋으며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, 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식이섬유가 풍부해 소화 촉진과  장 건강에도 좋습니다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.</a:t>
            </a:r>
          </a:p>
        </p:txBody>
      </p:sp>
      <p:grpSp>
        <p:nvGrpSpPr>
          <p:cNvPr id="168" name="그룹 167">
            <a:extLst>
              <a:ext uri="{FF2B5EF4-FFF2-40B4-BE49-F238E27FC236}">
                <a16:creationId xmlns:a16="http://schemas.microsoft.com/office/drawing/2014/main" xmlns="" id="{3C9DDEA9-58B3-A0F0-E004-72B346577B30}"/>
              </a:ext>
            </a:extLst>
          </p:cNvPr>
          <p:cNvGrpSpPr/>
          <p:nvPr/>
        </p:nvGrpSpPr>
        <p:grpSpPr>
          <a:xfrm>
            <a:off x="195580" y="9870136"/>
            <a:ext cx="7229262" cy="580638"/>
            <a:chOff x="347980" y="10188378"/>
            <a:chExt cx="7229262" cy="580638"/>
          </a:xfrm>
        </p:grpSpPr>
        <p:sp>
          <p:nvSpPr>
            <p:cNvPr id="195" name="Google Shape;19;p2">
              <a:extLst>
                <a:ext uri="{FF2B5EF4-FFF2-40B4-BE49-F238E27FC236}">
                  <a16:creationId xmlns:a16="http://schemas.microsoft.com/office/drawing/2014/main" xmlns="" id="{C59AD6AC-F500-127C-5D2E-EB3BE380DA55}"/>
                </a:ext>
              </a:extLst>
            </p:cNvPr>
            <p:cNvSpPr/>
            <p:nvPr/>
          </p:nvSpPr>
          <p:spPr>
            <a:xfrm>
              <a:off x="347980" y="10230407"/>
              <a:ext cx="6068452" cy="538609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buClr>
                  <a:srgbClr val="494640"/>
                </a:buClr>
                <a:buSzPts val="800"/>
              </a:pP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700" u="none" strike="noStrike" cap="none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*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원산지표시안내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: 쌀(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국내산유기농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현미,흑미,찹쌀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국내산친환경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소(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국내산육우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돼지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국내산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닭(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국내산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오리고기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국내산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두부,콩비지,콩국수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(콩-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국내산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배추김치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배추-국내산,고춧가루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-국내산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삼치,아귀,꽃게,패류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국내산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ko-KR" altLang="en-US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광어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러시아산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ko-KR" altLang="en-US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가자미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미국산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오징어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페루산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원양산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ko-KR" altLang="en-US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연어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러시아산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칠레산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새우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베트남산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명태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러시아산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참치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원양산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가다</a:t>
              </a:r>
              <a:r>
                <a:rPr lang="ko-KR" altLang="en-US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랑어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포(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인도네시아산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 </a:t>
              </a:r>
              <a:r>
                <a:rPr lang="en-US" sz="700" b="1" u="none" strike="noStrike" cap="none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* </a:t>
              </a:r>
              <a:r>
                <a:rPr lang="ko-KR" altLang="en-US" sz="700" b="1" dirty="0" err="1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식자재</a:t>
              </a:r>
              <a:r>
                <a:rPr lang="ko-KR" altLang="en-US" sz="700" b="1" dirty="0" err="1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표시안내</a:t>
              </a:r>
              <a:r>
                <a:rPr lang="en-US" altLang="ko-KR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: </a:t>
              </a:r>
              <a:r>
                <a:rPr lang="ko-KR" altLang="en-US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햄</a:t>
              </a:r>
              <a:r>
                <a:rPr lang="en-US" altLang="ko-KR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ko-KR" altLang="en-US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소시지</a:t>
              </a:r>
              <a:r>
                <a:rPr lang="en-US" altLang="ko-KR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국내산</a:t>
              </a:r>
              <a:r>
                <a:rPr lang="en-US" altLang="ko-KR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,3</a:t>
              </a:r>
              <a:r>
                <a:rPr lang="ko-KR" altLang="en-US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無</a:t>
              </a:r>
              <a:r>
                <a:rPr lang="en-US" altLang="ko-KR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700" b="1" dirty="0" err="1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무항생제</a:t>
              </a:r>
              <a:r>
                <a:rPr lang="ko-KR" altLang="en-US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ko-KR" altLang="en-US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달걀</a:t>
              </a:r>
              <a:r>
                <a:rPr lang="en-US" altLang="ko-KR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국내산</a:t>
              </a:r>
              <a:r>
                <a:rPr lang="en-US" altLang="ko-KR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700" b="1" dirty="0" err="1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무항생제</a:t>
              </a:r>
              <a:r>
                <a:rPr lang="ko-KR" altLang="en-US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동물복지 유정란</a:t>
              </a:r>
              <a:r>
                <a:rPr lang="en-US" altLang="ko-KR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700" b="1" u="none" strike="noStrike" cap="none" dirty="0" smtClean="0">
                <a:solidFill>
                  <a:srgbClr val="629C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  <a:p>
              <a:pPr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아황산류</a:t>
              </a: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 ⑭호두 ⑮닭고기 ⑯쇠고기 ⑰오징어 ⑱조개류</a:t>
              </a:r>
              <a:r>
                <a:rPr lang="en-US" altLang="ko-KR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(</a:t>
              </a: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굴</a:t>
              </a:r>
              <a:r>
                <a:rPr lang="en-US" altLang="ko-KR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,</a:t>
              </a: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전복</a:t>
              </a:r>
              <a:r>
                <a:rPr lang="en-US" altLang="ko-KR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,</a:t>
              </a: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홍합 포함</a:t>
              </a:r>
              <a:r>
                <a:rPr lang="en-US" altLang="ko-KR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잣</a:t>
              </a:r>
              <a:endParaRPr lang="en-US" altLang="ko-KR" sz="700" dirty="0" smtClean="0">
                <a:solidFill>
                  <a:srgbClr val="FF0000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en-US" sz="700" u="none" strike="noStrike" cap="none" dirty="0" smtClean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*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위 </a:t>
              </a:r>
              <a:r>
                <a:rPr lang="en-US" sz="7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식단은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7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식품수급에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7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따라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7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변경될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수 </a:t>
              </a:r>
              <a:r>
                <a:rPr lang="en-US" sz="7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있습니다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.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700" u="none" strike="noStrike" cap="none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700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I</a:t>
              </a:r>
              <a:r>
                <a:rPr lang="en-US" sz="700" u="none" strike="noStrike" cap="none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700" u="none" strike="noStrike" cap="none" dirty="0" err="1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Kizmeal</a:t>
              </a:r>
              <a:r>
                <a:rPr lang="en-US" sz="70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 </a:t>
              </a:r>
              <a:r>
                <a:rPr lang="ko-KR" altLang="en-US" sz="700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김옥숙 </a:t>
              </a:r>
              <a:r>
                <a:rPr lang="en-US" sz="700" u="none" strike="noStrike" cap="none" dirty="0" err="1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영양사</a:t>
              </a:r>
              <a:r>
                <a:rPr lang="en-US" sz="700" u="none" strike="noStrike" cap="none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I </a:t>
              </a:r>
              <a:r>
                <a:rPr lang="en-US" sz="700" dirty="0" err="1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okcorn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@ kizmeal.com I www. Kizmeal.com</a:t>
              </a:r>
              <a:endParaRPr sz="1200" dirty="0">
                <a:latin typeface="Pretendard" pitchFamily="50" charset="-127"/>
                <a:ea typeface="Pretendard" pitchFamily="50" charset="-127"/>
                <a:cs typeface="Pretendard" pitchFamily="50" charset="-127"/>
              </a:endParaRPr>
            </a:p>
          </p:txBody>
        </p:sp>
        <p:pic>
          <p:nvPicPr>
            <p:cNvPr id="196" name="그래픽 118">
              <a:extLst>
                <a:ext uri="{FF2B5EF4-FFF2-40B4-BE49-F238E27FC236}">
                  <a16:creationId xmlns:a16="http://schemas.microsoft.com/office/drawing/2014/main" xmlns="" id="{7F1B4C3B-45A1-BB15-145F-19D4E677AD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3944" y="10188378"/>
              <a:ext cx="1173298" cy="271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262058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86ED39AE-7614-DB84-4672-F2A208BA4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F27499B6-9F16-8007-8166-646806128392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MAR.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B0D824EA-4E4A-7A50-CCB0-A8431F3B5F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761109553"/>
              </p:ext>
            </p:extLst>
          </p:nvPr>
        </p:nvGraphicFramePr>
        <p:xfrm>
          <a:off x="183107" y="1153080"/>
          <a:ext cx="7166525" cy="813061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2250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00" b="1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삼일절</a:t>
                      </a:r>
                      <a:endParaRPr lang="en-US" altLang="ko-KR" sz="1200" b="1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*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대체공휴일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*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altLang="ko-KR" sz="9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2250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2250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0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2250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0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2250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0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2" name="Google Shape;36;p2">
            <a:extLst>
              <a:ext uri="{FF2B5EF4-FFF2-40B4-BE49-F238E27FC236}">
                <a16:creationId xmlns:a16="http://schemas.microsoft.com/office/drawing/2014/main" xmlns="" id="{8DB4DA47-1D48-1687-D4C3-D5447A5E9C51}"/>
              </a:ext>
            </a:extLst>
          </p:cNvPr>
          <p:cNvGrpSpPr/>
          <p:nvPr/>
        </p:nvGrpSpPr>
        <p:grpSpPr>
          <a:xfrm>
            <a:off x="637928" y="1188647"/>
            <a:ext cx="5677110" cy="6735851"/>
            <a:chOff x="618003" y="1173149"/>
            <a:chExt cx="5677110" cy="6735851"/>
          </a:xfrm>
        </p:grpSpPr>
        <p:sp>
          <p:nvSpPr>
            <p:cNvPr id="38" name="Google Shape;38;p2">
              <a:extLst>
                <a:ext uri="{FF2B5EF4-FFF2-40B4-BE49-F238E27FC236}">
                  <a16:creationId xmlns:a16="http://schemas.microsoft.com/office/drawing/2014/main" xmlns="" id="{0D97881A-FA8F-182C-A33B-24BEEDA78AA4}"/>
                </a:ext>
              </a:extLst>
            </p:cNvPr>
            <p:cNvSpPr txBox="1"/>
            <p:nvPr/>
          </p:nvSpPr>
          <p:spPr>
            <a:xfrm>
              <a:off x="1981122" y="117314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FAF937F7-9230-D1DD-C819-E36D2CB0292E}"/>
                </a:ext>
              </a:extLst>
            </p:cNvPr>
            <p:cNvSpPr txBox="1"/>
            <p:nvPr/>
          </p:nvSpPr>
          <p:spPr>
            <a:xfrm>
              <a:off x="3312954" y="117314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5728BAD4-F6F6-D32F-AC36-833E52E8782C}"/>
                </a:ext>
              </a:extLst>
            </p:cNvPr>
            <p:cNvSpPr txBox="1"/>
            <p:nvPr/>
          </p:nvSpPr>
          <p:spPr>
            <a:xfrm>
              <a:off x="4663768" y="117314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C121361C-C58B-0030-E45F-E96B142B2684}"/>
                </a:ext>
              </a:extLst>
            </p:cNvPr>
            <p:cNvSpPr txBox="1"/>
            <p:nvPr/>
          </p:nvSpPr>
          <p:spPr>
            <a:xfrm>
              <a:off x="6016472" y="117314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A5F44D3E-C15B-B432-882D-A658C5943D2F}"/>
                </a:ext>
              </a:extLst>
            </p:cNvPr>
            <p:cNvSpPr txBox="1"/>
            <p:nvPr/>
          </p:nvSpPr>
          <p:spPr>
            <a:xfrm>
              <a:off x="634219" y="279923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142A50B4-0B55-3F58-A9E2-2E6A5C8F8792}"/>
                </a:ext>
              </a:extLst>
            </p:cNvPr>
            <p:cNvSpPr txBox="1"/>
            <p:nvPr/>
          </p:nvSpPr>
          <p:spPr>
            <a:xfrm>
              <a:off x="1983608" y="279923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05D8474D-70AD-F735-C1B4-A1163670168B}"/>
                </a:ext>
              </a:extLst>
            </p:cNvPr>
            <p:cNvSpPr txBox="1"/>
            <p:nvPr/>
          </p:nvSpPr>
          <p:spPr>
            <a:xfrm>
              <a:off x="3323060" y="279923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BD5F6EE9-215B-40EC-AB50-28D866DD9335}"/>
                </a:ext>
              </a:extLst>
            </p:cNvPr>
            <p:cNvSpPr txBox="1"/>
            <p:nvPr/>
          </p:nvSpPr>
          <p:spPr>
            <a:xfrm>
              <a:off x="4673874" y="279923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9A92DDE1-04AD-771A-A89F-8ECB8A3FCBA5}"/>
                </a:ext>
              </a:extLst>
            </p:cNvPr>
            <p:cNvSpPr txBox="1"/>
            <p:nvPr/>
          </p:nvSpPr>
          <p:spPr>
            <a:xfrm>
              <a:off x="6026578" y="279923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8E837EC3-3614-6751-AEEC-17EA685ABAA3}"/>
                </a:ext>
              </a:extLst>
            </p:cNvPr>
            <p:cNvSpPr txBox="1"/>
            <p:nvPr/>
          </p:nvSpPr>
          <p:spPr>
            <a:xfrm>
              <a:off x="618003" y="44247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501B5BE-D06A-D256-DC75-7211B9C61C6E}"/>
                </a:ext>
              </a:extLst>
            </p:cNvPr>
            <p:cNvSpPr txBox="1"/>
            <p:nvPr/>
          </p:nvSpPr>
          <p:spPr>
            <a:xfrm>
              <a:off x="1967392" y="44247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DEE35132-5639-1ACC-BCD7-FB491B1B3754}"/>
                </a:ext>
              </a:extLst>
            </p:cNvPr>
            <p:cNvSpPr txBox="1"/>
            <p:nvPr/>
          </p:nvSpPr>
          <p:spPr>
            <a:xfrm>
              <a:off x="3306844" y="44247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C5159190-F78D-8740-7823-E8D03046BD86}"/>
                </a:ext>
              </a:extLst>
            </p:cNvPr>
            <p:cNvSpPr txBox="1"/>
            <p:nvPr/>
          </p:nvSpPr>
          <p:spPr>
            <a:xfrm>
              <a:off x="4657658" y="44247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9FCB6DF-5BDF-7A63-36EF-36590BBF5E4B}"/>
                </a:ext>
              </a:extLst>
            </p:cNvPr>
            <p:cNvSpPr txBox="1"/>
            <p:nvPr/>
          </p:nvSpPr>
          <p:spPr>
            <a:xfrm>
              <a:off x="6010362" y="44247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5DCB0723-46E3-D63E-4ADC-DAF61B457989}"/>
                </a:ext>
              </a:extLst>
            </p:cNvPr>
            <p:cNvSpPr txBox="1"/>
            <p:nvPr/>
          </p:nvSpPr>
          <p:spPr>
            <a:xfrm>
              <a:off x="618003" y="60523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FF3E905-B100-7A3A-B3ED-7BFB15BB6CF6}"/>
                </a:ext>
              </a:extLst>
            </p:cNvPr>
            <p:cNvSpPr txBox="1"/>
            <p:nvPr/>
          </p:nvSpPr>
          <p:spPr>
            <a:xfrm>
              <a:off x="1967392" y="60523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A93F67FB-1F26-886E-A51A-F6041F572F01}"/>
                </a:ext>
              </a:extLst>
            </p:cNvPr>
            <p:cNvSpPr txBox="1"/>
            <p:nvPr/>
          </p:nvSpPr>
          <p:spPr>
            <a:xfrm>
              <a:off x="3306844" y="60523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021A718E-D2CA-332A-A8D1-480975C7BEF5}"/>
                </a:ext>
              </a:extLst>
            </p:cNvPr>
            <p:cNvSpPr txBox="1"/>
            <p:nvPr/>
          </p:nvSpPr>
          <p:spPr>
            <a:xfrm>
              <a:off x="4657658" y="60523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54FADC47-3375-C246-C513-19F9985BB8DE}"/>
                </a:ext>
              </a:extLst>
            </p:cNvPr>
            <p:cNvSpPr txBox="1"/>
            <p:nvPr/>
          </p:nvSpPr>
          <p:spPr>
            <a:xfrm>
              <a:off x="6010362" y="60523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9AE832B0-EB88-F2DC-9AD3-322F09374776}"/>
                </a:ext>
              </a:extLst>
            </p:cNvPr>
            <p:cNvSpPr txBox="1"/>
            <p:nvPr/>
          </p:nvSpPr>
          <p:spPr>
            <a:xfrm>
              <a:off x="618761" y="767825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4E2DE119-4733-14DF-494E-A16E84BFCA8E}"/>
                </a:ext>
              </a:extLst>
            </p:cNvPr>
            <p:cNvSpPr txBox="1"/>
            <p:nvPr/>
          </p:nvSpPr>
          <p:spPr>
            <a:xfrm>
              <a:off x="1968150" y="767825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grpSp>
        <p:nvGrpSpPr>
          <p:cNvPr id="3" name="Google Shape;64;p2">
            <a:extLst>
              <a:ext uri="{FF2B5EF4-FFF2-40B4-BE49-F238E27FC236}">
                <a16:creationId xmlns:a16="http://schemas.microsoft.com/office/drawing/2014/main" xmlns="" id="{39F66ABF-C554-7FD7-06CB-52734587FE1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4" name="Google Shape;65;p2">
              <a:extLst>
                <a:ext uri="{FF2B5EF4-FFF2-40B4-BE49-F238E27FC236}">
                  <a16:creationId xmlns:a16="http://schemas.microsoft.com/office/drawing/2014/main" xmlns="" id="{AC0884CA-833C-16D0-16D2-717184FDBE7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AE8874C7-811B-D167-6C71-FC535B73D74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E4835896-D719-1BAA-1F29-DA399AC4CF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0B151AC6-BA4C-1CBA-A391-5EE471AD73B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155F1358-AB4A-EBF9-3A5E-37D6DC6CC09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F711D1FE-42D1-8CED-C0DD-6AC2E08910D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3C487EC5-BF21-E999-E560-F07A6502D76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18E2673F-0923-C6D7-6604-AE2370A0D9B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17792E99-C3A9-04B6-345D-B0DC74CE07E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2B904548-3E7C-EF81-9DE1-2A46FA18609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279E856B-D904-60BE-B834-D61FF7E8EA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C84FA4BB-24EB-DF38-CCD2-08F3C95DEA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E5E08F62-638D-F1A6-EC80-45204EE4797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0CB9873A-7C52-C58F-8EB2-455C57BFA8B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1967E027-960C-72FD-8F1A-558693626D5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15B6EE8A-C591-71C2-69AA-0EA3361544B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:a16="http://schemas.microsoft.com/office/drawing/2014/main" xmlns="" id="{891F910A-D0FD-098A-83E6-971E003C1F1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511F3430-DF89-DC22-64BB-1AC5BB52AC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E2E8CF58-877E-0FF5-0872-B72914D96BB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F5FBDF54-1739-9FBB-5BAC-652A2E3555B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4BB78259-5B75-1575-3049-63CD9DC3A9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9E8B76F8-6BC1-D43B-F159-C09E10DAD73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8993ECAD-22B1-96EB-066B-0397CEA9A0D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785CC9DF-D83A-347A-F07C-40CC1679C18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9D8C951-61DB-6600-D9F0-8ED2599302C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AE49CAD-6ED7-B1CC-F37A-D3B89E15354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72DF1E4B-F185-B854-D3B8-D31990BD0A0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6" name="Google Shape;92;p2">
              <a:extLst>
                <a:ext uri="{FF2B5EF4-FFF2-40B4-BE49-F238E27FC236}">
                  <a16:creationId xmlns:a16="http://schemas.microsoft.com/office/drawing/2014/main" xmlns="" id="{A36A24CC-4791-AA20-6252-1E56E7FFAA1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001BBA79-D1A7-B796-AEF7-801605D0760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30B42112-6421-DDA6-C01A-05432A76D3E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424B01F0-F320-5030-05D7-A9301CD3F9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6E6E0B7B-4E90-1159-2A14-4E32D01299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9AD59169-CDA6-5859-754E-BA7A55BCA7A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5A8486CE-EAAE-E7C3-7D93-15791C5240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FB0BDBE2-D604-662F-FB45-7EA3C74342E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E31AFA26-DCD6-D331-0EC6-E30F6C2B016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42A9AB3B-8422-02E4-878A-BA17EE9507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CBECE1E6-5E28-0628-050C-5AD643CAC64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0C4FC315-ECC7-5996-9A77-C53088D0884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7F0CD778-6201-76C8-3AFC-6829E99FE96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362ED76A-969F-56B2-75A2-AF6FE680F25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CB223EE2-25B6-1C1A-7BC7-FB2A7600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97659499-D251-1524-7C78-796BCCD9074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BF2B4E35-60C5-3B24-081D-D9FB6E91EF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950A7222-DAF1-1FDC-574F-31642A0259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07F0E2B2-7A8F-3D93-ABD2-DF60A73824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7ACDC432-172E-03CE-BD5E-7C4CCC542B2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8" name="Google Shape;112;p2">
              <a:extLst>
                <a:ext uri="{FF2B5EF4-FFF2-40B4-BE49-F238E27FC236}">
                  <a16:creationId xmlns:a16="http://schemas.microsoft.com/office/drawing/2014/main" xmlns="" id="{5E4C4D65-471D-10A9-D326-2202F3D94D9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69D1F87E-47AC-4754-D7A5-86089DA5649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9A12287E-DAF7-6DDD-9AC6-CE19A9D4C5D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2495D247-F9E5-ADAA-4B90-5179AC4785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C3FE97D3-7AD1-1636-1DFB-9139869A70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2A1FCA24-65CE-90A5-603E-143209C5122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02D407D3-879D-A191-08E2-B6D00A6899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3135DD51-2ABA-E7E0-EE1B-078BACD98FA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4DACBC09-ACC4-8651-CB3A-90112420ABE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75B31B43-87BA-2A94-0612-309FDD484F9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4457B96D-1A13-F942-BA41-1122E52B1A9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AF464B99-46F3-7513-AE63-A1AF5F21E6B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54C5A2F9-7561-D3B0-E785-97D11D491C8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E5CD9C07-04BB-609A-B873-9592869D5D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E3486CF5-8D39-CFB7-23A0-FF7EEB0338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DC164110-00B7-8E38-80B8-32959D81C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9" name="Google Shape;128;p2">
              <a:extLst>
                <a:ext uri="{FF2B5EF4-FFF2-40B4-BE49-F238E27FC236}">
                  <a16:creationId xmlns:a16="http://schemas.microsoft.com/office/drawing/2014/main" xmlns="" id="{28B08139-55DC-D0E4-D3FB-6AFDB34AD98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1DA4D327-A05B-774A-0899-D63CB11C050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84DD7C5-F556-B6A6-CFE6-4790A562990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2029EFE5-5BCA-9BBD-CAA4-C5F8B0B7A38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9F29BBE-101D-1940-7D52-C3A0F87FBEB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D05B6280-DCE4-899B-D495-90327D76E10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46E5787-838D-DA1D-10CF-E679EB82488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57E2D47C-3BC0-B572-6EF6-C836E17662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0" name="Google Shape;136;p2">
              <a:extLst>
                <a:ext uri="{FF2B5EF4-FFF2-40B4-BE49-F238E27FC236}">
                  <a16:creationId xmlns:a16="http://schemas.microsoft.com/office/drawing/2014/main" xmlns="" id="{42127B05-D5CA-7603-9A1F-94EFC90DEF2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B282413E-CF9E-1FFC-3709-21277B13AED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90FA19F0-388E-4117-FFCE-8A2AD6CE6A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5E595767-F3F8-A7A0-AFB3-645FA12FD7C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48F5957B-1B58-2A76-02F5-23984A23AA6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09F33AD9-F8AB-AC9D-F9DA-A8F082CA81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E3C0A5F-3590-DA69-4E15-E5EFF611322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307831D-0282-E2AE-6CD1-1425D763CCB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3" name="Google Shape;144;p2">
              <a:extLst>
                <a:ext uri="{FF2B5EF4-FFF2-40B4-BE49-F238E27FC236}">
                  <a16:creationId xmlns:a16="http://schemas.microsoft.com/office/drawing/2014/main" xmlns="" id="{A1FCED4D-5B37-0A95-7EB2-DB86DA0CC1E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BF625984-2C0E-C1DD-D40F-AE33C9F0698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4355662B-DB41-08A3-B0F8-099207339F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545E3D4B-D86C-D8AE-5DE0-66DF4F1AB5B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FB9D29C2-AF13-7AB4-9ADF-349933A9C69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047B0207-E427-84A9-C9DE-80280C354F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2080FD57-7936-665E-0A56-6E97F274673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1B359B04-3201-D349-3F11-94D665FFF81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3E17FAE6-17DA-952D-74CA-98C3075F17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93D1F7A5-D784-FD4F-5E1A-5B8CA87D48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7BD65326-B6C6-E55F-914D-5A808B7F1A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55;p2">
              <a:extLst>
                <a:ext uri="{FF2B5EF4-FFF2-40B4-BE49-F238E27FC236}">
                  <a16:creationId xmlns:a16="http://schemas.microsoft.com/office/drawing/2014/main" xmlns="" id="{556CB309-7303-6A6B-0B12-679CFA4E307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65225B7E-4A1F-31AF-63C2-83EA1748B77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F7BEB915-F92D-C907-37F1-D6F0D64DFC7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AB26DFC2-65CC-14E9-5A90-DA8C66ECA3E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3FA5086E-8062-0507-AC47-966FD65112F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25AA1942-1406-0813-55A7-94E8D05F4EA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9F5FDFF0-38CA-4D49-3FA4-FDC589C9833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410072D3-0C8F-13CB-CAB2-8E094A54F16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792C8D99-D42B-6A85-C81D-41C453FC8A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8B52898-11EF-423F-1957-BDC6C79A2D6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DCF4A932-B2B7-D644-B46C-FEAF6AEBA71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7" name="그룹 5">
            <a:extLst>
              <a:ext uri="{FF2B5EF4-FFF2-40B4-BE49-F238E27FC236}">
                <a16:creationId xmlns:a16="http://schemas.microsoft.com/office/drawing/2014/main" xmlns="" id="{07078DA7-335B-443D-B50F-B57838D15829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A02B827C-9C3D-8846-5462-56151B868CBF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8" name="Google Shape;25;p2">
              <a:extLst>
                <a:ext uri="{FF2B5EF4-FFF2-40B4-BE49-F238E27FC236}">
                  <a16:creationId xmlns:a16="http://schemas.microsoft.com/office/drawing/2014/main" xmlns="" id="{08D8ECC8-7BA4-F91E-5FB6-535B8CCD9F18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9" name="Google Shape;25;p2">
              <a:extLst>
                <a:ext uri="{FF2B5EF4-FFF2-40B4-BE49-F238E27FC236}">
                  <a16:creationId xmlns:a16="http://schemas.microsoft.com/office/drawing/2014/main" xmlns="" id="{850D69A4-CB28-02C6-CCD9-0C5002BA4299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0" name="Google Shape;25;p2">
              <a:extLst>
                <a:ext uri="{FF2B5EF4-FFF2-40B4-BE49-F238E27FC236}">
                  <a16:creationId xmlns:a16="http://schemas.microsoft.com/office/drawing/2014/main" xmlns="" id="{47E4A4AB-1F00-0241-3B64-94EDEBEFDD53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1" name="Google Shape;25;p2">
              <a:extLst>
                <a:ext uri="{FF2B5EF4-FFF2-40B4-BE49-F238E27FC236}">
                  <a16:creationId xmlns:a16="http://schemas.microsoft.com/office/drawing/2014/main" xmlns="" id="{D7357AAF-AA67-ABD8-FC06-0069501F770A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6;p2">
              <a:extLst>
                <a:ext uri="{FF2B5EF4-FFF2-40B4-BE49-F238E27FC236}">
                  <a16:creationId xmlns:a16="http://schemas.microsoft.com/office/drawing/2014/main" xmlns="" id="{5AB14DC1-E39C-8BE5-5009-538B58B43792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9;p2">
              <a:extLst>
                <a:ext uri="{FF2B5EF4-FFF2-40B4-BE49-F238E27FC236}">
                  <a16:creationId xmlns:a16="http://schemas.microsoft.com/office/drawing/2014/main" xmlns="" id="{DF51EE1D-A574-387F-DB5A-E6C4B7E9994F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32;p2">
              <a:extLst>
                <a:ext uri="{FF2B5EF4-FFF2-40B4-BE49-F238E27FC236}">
                  <a16:creationId xmlns:a16="http://schemas.microsoft.com/office/drawing/2014/main" xmlns="" id="{51F24119-810E-A493-8CF7-1754F03E3D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35;p2">
              <a:extLst>
                <a:ext uri="{FF2B5EF4-FFF2-40B4-BE49-F238E27FC236}">
                  <a16:creationId xmlns:a16="http://schemas.microsoft.com/office/drawing/2014/main" xmlns="" id="{EE8E5D07-D6A9-AC87-1455-07C1EC198647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63;p2">
              <a:extLst>
                <a:ext uri="{FF2B5EF4-FFF2-40B4-BE49-F238E27FC236}">
                  <a16:creationId xmlns:a16="http://schemas.microsoft.com/office/drawing/2014/main" xmlns="" id="{123E0F7A-0BE1-4F56-7371-D4365FADACB7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E90938C5-ACDB-8923-8B6C-9191A270825A}"/>
              </a:ext>
            </a:extLst>
          </p:cNvPr>
          <p:cNvSpPr txBox="1"/>
          <p:nvPr/>
        </p:nvSpPr>
        <p:spPr>
          <a:xfrm>
            <a:off x="5847128" y="648681"/>
            <a:ext cx="14309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u="none" strike="noStrike" cap="none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CK</a:t>
            </a:r>
            <a:endParaRPr sz="1200" b="1" u="none" strike="noStrike" cap="none" dirty="0">
              <a:solidFill>
                <a:srgbClr val="14615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220" name="Google Shape;38;p2">
            <a:extLst>
              <a:ext uri="{FF2B5EF4-FFF2-40B4-BE49-F238E27FC236}">
                <a16:creationId xmlns:a16="http://schemas.microsoft.com/office/drawing/2014/main" xmlns="" id="{0D97881A-FA8F-182C-A33B-24BEEDA78AA4}"/>
              </a:ext>
            </a:extLst>
          </p:cNvPr>
          <p:cNvSpPr txBox="1"/>
          <p:nvPr/>
        </p:nvSpPr>
        <p:spPr>
          <a:xfrm>
            <a:off x="653975" y="1221261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02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3326769" y="8523652"/>
            <a:ext cx="394506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altLang="ko-KR" sz="900" dirty="0" smtClean="0">
              <a:latin typeface="Pretendard" pitchFamily="50" charset="-127"/>
              <a:ea typeface="Pretendard" pitchFamily="50" charset="-127"/>
              <a:cs typeface="Pretendard" pitchFamily="50" charset="-127"/>
            </a:endParaRP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53974" y="1771736"/>
            <a:ext cx="1281703" cy="981656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3308434" y="7698106"/>
            <a:ext cx="1318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en-US" altLang="ko-KR" sz="1100" dirty="0">
                <a:solidFill>
                  <a:srgbClr val="146152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3</a:t>
            </a:r>
            <a:r>
              <a:rPr lang="ko-KR" altLang="en-US" sz="1100" dirty="0" smtClean="0">
                <a:solidFill>
                  <a:srgbClr val="146152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월의 추천 식재료</a:t>
            </a:r>
            <a:endParaRPr lang="en-US" altLang="ko-KR" sz="1100" dirty="0">
              <a:latin typeface="Pretendard" pitchFamily="50" charset="-127"/>
              <a:ea typeface="Pretendard" pitchFamily="50" charset="-127"/>
              <a:cs typeface="Pretendard" pitchFamily="50" charset="-127"/>
            </a:endParaRPr>
          </a:p>
        </p:txBody>
      </p:sp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177302" y="7418368"/>
            <a:ext cx="1813926" cy="1386239"/>
          </a:xfrm>
          <a:prstGeom prst="rect">
            <a:avLst/>
          </a:prstGeom>
        </p:spPr>
      </p:pic>
      <p:pic>
        <p:nvPicPr>
          <p:cNvPr id="173" name="그림 17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10028" y="7745423"/>
            <a:ext cx="908007" cy="829138"/>
          </a:xfrm>
          <a:prstGeom prst="rect">
            <a:avLst/>
          </a:prstGeom>
        </p:spPr>
      </p:pic>
      <p:sp>
        <p:nvSpPr>
          <p:cNvPr id="174" name="직사각형 173"/>
          <p:cNvSpPr/>
          <p:nvPr/>
        </p:nvSpPr>
        <p:spPr>
          <a:xfrm>
            <a:off x="3461036" y="8540676"/>
            <a:ext cx="380605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900" dirty="0" err="1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한라봉은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 비타민 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C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가 풍부해 피로 회복과 감기예방에 도움을 주는 과일입니다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. 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특히 </a:t>
            </a:r>
            <a:r>
              <a:rPr lang="ko-KR" altLang="en-US" sz="900" dirty="0" err="1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한라봉의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 속껍질에는 </a:t>
            </a:r>
            <a:r>
              <a:rPr lang="ko-KR" altLang="en-US" sz="900" dirty="0" err="1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헤스페리딘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 성분이 있어 동맥경화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, 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고혈압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, 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뇌졸중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, 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천식을 예방해줍니다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. 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쑥은 몸을 따뜻하게 해 주어 혈액순환을 원활하게 하고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,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 냉증 완화에 도움을 줍니다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. 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또한 면역력 강화와 염증 완화에 좋으며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, 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식이섬유가 풍부해 소화 촉진과  장 건강에도 좋습니다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.</a:t>
            </a:r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xmlns="" id="{3C9DDEA9-58B3-A0F0-E004-72B346577B30}"/>
              </a:ext>
            </a:extLst>
          </p:cNvPr>
          <p:cNvGrpSpPr/>
          <p:nvPr/>
        </p:nvGrpSpPr>
        <p:grpSpPr>
          <a:xfrm>
            <a:off x="195580" y="9321496"/>
            <a:ext cx="7229262" cy="580638"/>
            <a:chOff x="347980" y="10188378"/>
            <a:chExt cx="7229262" cy="580638"/>
          </a:xfrm>
        </p:grpSpPr>
        <p:sp>
          <p:nvSpPr>
            <p:cNvPr id="171" name="Google Shape;19;p2">
              <a:extLst>
                <a:ext uri="{FF2B5EF4-FFF2-40B4-BE49-F238E27FC236}">
                  <a16:creationId xmlns:a16="http://schemas.microsoft.com/office/drawing/2014/main" xmlns="" id="{C59AD6AC-F500-127C-5D2E-EB3BE380DA55}"/>
                </a:ext>
              </a:extLst>
            </p:cNvPr>
            <p:cNvSpPr/>
            <p:nvPr/>
          </p:nvSpPr>
          <p:spPr>
            <a:xfrm>
              <a:off x="347980" y="10230407"/>
              <a:ext cx="6068452" cy="538609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buClr>
                  <a:srgbClr val="494640"/>
                </a:buClr>
                <a:buSzPts val="800"/>
              </a:pP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700" u="none" strike="noStrike" cap="none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*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원산지표시안내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: 쌀(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국내산유기농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현미,흑미,찹쌀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국내산친환경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소(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국내산육우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돼지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국내산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닭(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국내산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오리고기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국내산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두부,콩비지,콩국수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(콩-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국내산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배추김치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배추-국내산,고춧가루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-국내산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삼치,아귀,꽃게,패류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국내산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ko-KR" altLang="en-US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광어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러시아산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ko-KR" altLang="en-US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가자미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미국산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오징어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페루산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원양산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ko-KR" altLang="en-US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연어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러시아산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칠레산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새우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베트남산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명태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러시아산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참치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원양산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가다</a:t>
              </a:r>
              <a:r>
                <a:rPr lang="ko-KR" altLang="en-US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랑어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포(</a:t>
              </a:r>
              <a:r>
                <a:rPr lang="en-US" altLang="ko-KR" sz="70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인도네시아산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 </a:t>
              </a:r>
              <a:r>
                <a:rPr lang="en-US" sz="700" b="1" u="none" strike="noStrike" cap="none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* </a:t>
              </a:r>
              <a:r>
                <a:rPr lang="ko-KR" altLang="en-US" sz="700" b="1" dirty="0" err="1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식자재</a:t>
              </a:r>
              <a:r>
                <a:rPr lang="ko-KR" altLang="en-US" sz="700" b="1" dirty="0" err="1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표시안내</a:t>
              </a:r>
              <a:r>
                <a:rPr lang="en-US" altLang="ko-KR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: </a:t>
              </a:r>
              <a:r>
                <a:rPr lang="ko-KR" altLang="en-US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햄</a:t>
              </a:r>
              <a:r>
                <a:rPr lang="en-US" altLang="ko-KR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ko-KR" altLang="en-US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소시지</a:t>
              </a:r>
              <a:r>
                <a:rPr lang="en-US" altLang="ko-KR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국내산</a:t>
              </a:r>
              <a:r>
                <a:rPr lang="en-US" altLang="ko-KR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,3</a:t>
              </a:r>
              <a:r>
                <a:rPr lang="ko-KR" altLang="en-US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無</a:t>
              </a:r>
              <a:r>
                <a:rPr lang="en-US" altLang="ko-KR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700" b="1" dirty="0" err="1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무항생제</a:t>
              </a:r>
              <a:r>
                <a:rPr lang="ko-KR" altLang="en-US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), </a:t>
              </a:r>
              <a:r>
                <a:rPr lang="ko-KR" altLang="en-US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달걀</a:t>
              </a:r>
              <a:r>
                <a:rPr lang="en-US" altLang="ko-KR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국내산</a:t>
              </a:r>
              <a:r>
                <a:rPr lang="en-US" altLang="ko-KR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700" b="1" dirty="0" err="1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무항생제</a:t>
              </a:r>
              <a:r>
                <a:rPr lang="ko-KR" altLang="en-US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동물복지 유정란</a:t>
              </a:r>
              <a:r>
                <a:rPr lang="en-US" altLang="ko-KR" sz="700" b="1" dirty="0" smtClean="0">
                  <a:solidFill>
                    <a:srgbClr val="629C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700" b="1" u="none" strike="noStrike" cap="none" dirty="0" smtClean="0">
                <a:solidFill>
                  <a:srgbClr val="629C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  <a:p>
              <a:pPr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아황산류</a:t>
              </a: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 ⑭호두 ⑮닭고기 ⑯쇠고기 ⑰오징어 ⑱조개류</a:t>
              </a:r>
              <a:r>
                <a:rPr lang="en-US" altLang="ko-KR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(</a:t>
              </a: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굴</a:t>
              </a:r>
              <a:r>
                <a:rPr lang="en-US" altLang="ko-KR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,</a:t>
              </a: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전복</a:t>
              </a:r>
              <a:r>
                <a:rPr lang="en-US" altLang="ko-KR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,</a:t>
              </a: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홍합 포함</a:t>
              </a:r>
              <a:r>
                <a:rPr lang="en-US" altLang="ko-KR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잣</a:t>
              </a:r>
              <a:endParaRPr lang="en-US" altLang="ko-KR" sz="700" dirty="0" smtClean="0">
                <a:solidFill>
                  <a:srgbClr val="FF0000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en-US" sz="700" u="none" strike="noStrike" cap="none" dirty="0" smtClean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*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위 </a:t>
              </a:r>
              <a:r>
                <a:rPr lang="en-US" sz="7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식단은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7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식품수급에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7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따라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7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변경될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수 </a:t>
              </a:r>
              <a:r>
                <a:rPr lang="en-US" sz="7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있습니다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.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700" u="none" strike="noStrike" cap="none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700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I</a:t>
              </a:r>
              <a:r>
                <a:rPr lang="en-US" sz="700" u="none" strike="noStrike" cap="none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700" u="none" strike="noStrike" cap="none" dirty="0" err="1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Kizmeal</a:t>
              </a:r>
              <a:r>
                <a:rPr lang="en-US" sz="70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 </a:t>
              </a:r>
              <a:r>
                <a:rPr lang="ko-KR" altLang="en-US" sz="700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김옥숙 </a:t>
              </a:r>
              <a:r>
                <a:rPr lang="en-US" sz="700" u="none" strike="noStrike" cap="none" dirty="0" err="1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영양사</a:t>
              </a:r>
              <a:r>
                <a:rPr lang="en-US" sz="700" u="none" strike="noStrike" cap="none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I </a:t>
              </a:r>
              <a:r>
                <a:rPr lang="en-US" sz="700" dirty="0" err="1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okcorn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@ kizmeal.com I www. Kizmeal.com</a:t>
              </a:r>
              <a:endParaRPr sz="1200" dirty="0">
                <a:latin typeface="Pretendard" pitchFamily="50" charset="-127"/>
                <a:ea typeface="Pretendard" pitchFamily="50" charset="-127"/>
                <a:cs typeface="Pretendard" pitchFamily="50" charset="-127"/>
              </a:endParaRPr>
            </a:p>
          </p:txBody>
        </p:sp>
        <p:pic>
          <p:nvPicPr>
            <p:cNvPr id="175" name="그래픽 118">
              <a:extLst>
                <a:ext uri="{FF2B5EF4-FFF2-40B4-BE49-F238E27FC236}">
                  <a16:creationId xmlns:a16="http://schemas.microsoft.com/office/drawing/2014/main" xmlns="" id="{7F1B4C3B-45A1-BB15-145F-19D4E677AD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3944" y="10188378"/>
              <a:ext cx="1173298" cy="271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262058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</TotalTime>
  <Words>642</Words>
  <Application>Microsoft Office PowerPoint</Application>
  <PresentationFormat>사용자 지정</PresentationFormat>
  <Paragraphs>128</Paragraphs>
  <Slides>2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슬라이드 1</vt:lpstr>
      <vt:lpstr>슬라이드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km-co01</dc:creator>
  <cp:lastModifiedBy>KIZMEAL01</cp:lastModifiedBy>
  <cp:revision>117</cp:revision>
  <cp:lastPrinted>2026-01-20T00:23:53Z</cp:lastPrinted>
  <dcterms:modified xsi:type="dcterms:W3CDTF">2026-02-10T01:46:55Z</dcterms:modified>
</cp:coreProperties>
</file>