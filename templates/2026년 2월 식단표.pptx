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82" r:id="rId2"/>
    <p:sldId id="283" r:id="rId3"/>
    <p:sldId id="284" r:id="rId4"/>
    <p:sldId id="285" r:id="rId5"/>
    <p:sldId id="286" r:id="rId6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A5A911D7-4F61-4865-8A33-073C18BA13D9}">
          <p14:sldIdLst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4">
          <p15:clr>
            <a:srgbClr val="A4A3A4"/>
          </p15:clr>
        </p15:guide>
        <p15:guide id="2" pos="23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6F3"/>
    <a:srgbClr val="FDF9F8"/>
    <a:srgbClr val="F2EEE8"/>
    <a:srgbClr val="146152"/>
    <a:srgbClr val="A1D4C9"/>
    <a:srgbClr val="84B29C"/>
    <a:srgbClr val="FAF8F3"/>
    <a:srgbClr val="9CE2A3"/>
    <a:srgbClr val="D6E8D8"/>
    <a:srgbClr val="A7F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34" autoAdjust="0"/>
    <p:restoredTop sz="94750"/>
  </p:normalViewPr>
  <p:slideViewPr>
    <p:cSldViewPr snapToGrid="0">
      <p:cViewPr>
        <p:scale>
          <a:sx n="100" d="100"/>
          <a:sy n="100" d="100"/>
        </p:scale>
        <p:origin x="1075" y="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2D1BBEBF-6DBC-3CB9-EB6F-23F66E05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92AFEEED-7E41-7A14-5863-34A480404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A8533F4A-4FBD-38FD-9F66-72B181E5E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374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2D1BBEBF-6DBC-3CB9-EB6F-23F66E05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92AFEEED-7E41-7A14-5863-34A480404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A8533F4A-4FBD-38FD-9F66-72B181E5E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374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2D1BBEBF-6DBC-3CB9-EB6F-23F66E05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92AFEEED-7E41-7A14-5863-34A480404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A8533F4A-4FBD-38FD-9F66-72B181E5E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37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2D1BBEBF-6DBC-3CB9-EB6F-23F66E05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92AFEEED-7E41-7A14-5863-34A480404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A8533F4A-4FBD-38FD-9F66-72B181E5E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374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id="{2D1BBEBF-6DBC-3CB9-EB6F-23F66E05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id="{92AFEEED-7E41-7A14-5863-34A480404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id="{A8533F4A-4FBD-38FD-9F66-72B181E5E2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3374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9.svg"/><Relationship Id="rId1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63.svg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5.png"/><Relationship Id="rId19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65.sv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9.sv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3.sv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5.png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65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9.sv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3.sv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5.png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65.svg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9.svg"/><Relationship Id="rId1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63.sv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5.png"/><Relationship Id="rId19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65.svg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9.svg"/><Relationship Id="rId1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3.sv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5.png"/><Relationship Id="rId19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65.svg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1108928B-F403-BDB5-1D95-CB8E67C7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DF831C29-BCD8-0FD1-3B29-995C737BADEB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강남점</a:t>
            </a:r>
            <a:endParaRPr sz="1200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8D31BFA-9753-0686-86B3-8BE30A67DA4F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FEB.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50898BB-B0C8-3185-3F44-DFC67705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9173526"/>
              </p:ext>
            </p:extLst>
          </p:nvPr>
        </p:nvGraphicFramePr>
        <p:xfrm>
          <a:off x="184468" y="1186594"/>
          <a:ext cx="7166525" cy="8663558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81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1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1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2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12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F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1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15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116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2494">
                <a:tc gridSpan="6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1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      2</a:t>
                      </a:r>
                      <a:r>
                        <a:rPr lang="ko-KR" altLang="en-US" sz="11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월의 추천 식재료 </a:t>
                      </a:r>
                      <a:endParaRPr lang="en-US" altLang="ko-KR" sz="11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꼬막은 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‘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고단백 저지방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’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식품의 대명사입니다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꼬막에 풍부한 양질의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단백질과 필수 아미노산은 근육 형성과 유지에 도움을 주며 다량 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함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유된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칼슘은 뼈를  튼튼하게 만들어줍니다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봄동은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비타민과 식이섬유가 풍부하여 아이들의 면역력과 장 건강에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도움을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주는 제철 채소입니다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  <a:endParaRPr lang="en-US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id="{52B35E61-F9B2-43EB-CF79-69D29D8D61E6}"/>
              </a:ext>
            </a:extLst>
          </p:cNvPr>
          <p:cNvGrpSpPr/>
          <p:nvPr/>
        </p:nvGrpSpPr>
        <p:grpSpPr>
          <a:xfrm>
            <a:off x="637928" y="1186266"/>
            <a:ext cx="5677110" cy="5409996"/>
            <a:chOff x="618003" y="1170768"/>
            <a:chExt cx="5677110" cy="5409996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063CC2E3-1190-0D35-306D-CC27281163C9}"/>
                </a:ext>
              </a:extLst>
            </p:cNvPr>
            <p:cNvSpPr txBox="1"/>
            <p:nvPr/>
          </p:nvSpPr>
          <p:spPr>
            <a:xfrm>
              <a:off x="624113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8" name="Google Shape;38;p2">
              <a:extLst>
                <a:ext uri="{FF2B5EF4-FFF2-40B4-BE49-F238E27FC236}">
                  <a16:creationId xmlns:a16="http://schemas.microsoft.com/office/drawing/2014/main" id="{2BFEC8AC-3508-D084-2271-BE8BFED34560}"/>
                </a:ext>
              </a:extLst>
            </p:cNvPr>
            <p:cNvSpPr txBox="1"/>
            <p:nvPr/>
          </p:nvSpPr>
          <p:spPr>
            <a:xfrm>
              <a:off x="1973502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64B77FD2-72AA-F21A-B47E-1394F45067EA}"/>
                </a:ext>
              </a:extLst>
            </p:cNvPr>
            <p:cNvSpPr txBox="1"/>
            <p:nvPr/>
          </p:nvSpPr>
          <p:spPr>
            <a:xfrm>
              <a:off x="3312954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AA07B943-B9D8-8203-84B9-7A8DAC21336E}"/>
                </a:ext>
              </a:extLst>
            </p:cNvPr>
            <p:cNvSpPr txBox="1"/>
            <p:nvPr/>
          </p:nvSpPr>
          <p:spPr>
            <a:xfrm>
              <a:off x="4663768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F2E5EC94-4BD1-F41E-AB5F-84814361851D}"/>
                </a:ext>
              </a:extLst>
            </p:cNvPr>
            <p:cNvSpPr txBox="1"/>
            <p:nvPr/>
          </p:nvSpPr>
          <p:spPr>
            <a:xfrm>
              <a:off x="6016472" y="117076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B74996D2-83EA-324E-B4D5-C6F8D6A70545}"/>
                </a:ext>
              </a:extLst>
            </p:cNvPr>
            <p:cNvSpPr txBox="1"/>
            <p:nvPr/>
          </p:nvSpPr>
          <p:spPr>
            <a:xfrm>
              <a:off x="634219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5AA437B0-3DF7-8792-C949-AEFDBBEF4E0E}"/>
                </a:ext>
              </a:extLst>
            </p:cNvPr>
            <p:cNvSpPr txBox="1"/>
            <p:nvPr/>
          </p:nvSpPr>
          <p:spPr>
            <a:xfrm>
              <a:off x="1983608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85885D21-7E30-4FD7-4B51-FFC5C9E01971}"/>
                </a:ext>
              </a:extLst>
            </p:cNvPr>
            <p:cNvSpPr txBox="1"/>
            <p:nvPr/>
          </p:nvSpPr>
          <p:spPr>
            <a:xfrm>
              <a:off x="3323060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EF056E94-46F2-CE92-FE8D-5AC598CE0938}"/>
                </a:ext>
              </a:extLst>
            </p:cNvPr>
            <p:cNvSpPr txBox="1"/>
            <p:nvPr/>
          </p:nvSpPr>
          <p:spPr>
            <a:xfrm>
              <a:off x="4673874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236B7792-99C2-9244-3FFF-C09B167B847B}"/>
                </a:ext>
              </a:extLst>
            </p:cNvPr>
            <p:cNvSpPr txBox="1"/>
            <p:nvPr/>
          </p:nvSpPr>
          <p:spPr>
            <a:xfrm>
              <a:off x="6026578" y="289448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127C872D-2C20-8DB0-6B97-75C23AE5D4B8}"/>
                </a:ext>
              </a:extLst>
            </p:cNvPr>
            <p:cNvSpPr txBox="1"/>
            <p:nvPr/>
          </p:nvSpPr>
          <p:spPr>
            <a:xfrm>
              <a:off x="618003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85E07E6E-F7A5-80AE-D8EC-4D2161490394}"/>
                </a:ext>
              </a:extLst>
            </p:cNvPr>
            <p:cNvSpPr txBox="1"/>
            <p:nvPr/>
          </p:nvSpPr>
          <p:spPr>
            <a:xfrm>
              <a:off x="1967392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B58B3BA1-09B0-2943-ECE7-3557B1ED3554}"/>
                </a:ext>
              </a:extLst>
            </p:cNvPr>
            <p:cNvSpPr txBox="1"/>
            <p:nvPr/>
          </p:nvSpPr>
          <p:spPr>
            <a:xfrm>
              <a:off x="3306844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E9F9D10D-19C2-2D0D-E4CA-97FA89255B00}"/>
                </a:ext>
              </a:extLst>
            </p:cNvPr>
            <p:cNvSpPr txBox="1"/>
            <p:nvPr/>
          </p:nvSpPr>
          <p:spPr>
            <a:xfrm>
              <a:off x="4657658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CEFD934B-BACF-1C8E-E7EF-FA836B55D850}"/>
                </a:ext>
              </a:extLst>
            </p:cNvPr>
            <p:cNvSpPr txBox="1"/>
            <p:nvPr/>
          </p:nvSpPr>
          <p:spPr>
            <a:xfrm>
              <a:off x="6010362" y="46271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66C5E800-606C-1FFD-9FF2-54A4BF658E52}"/>
                </a:ext>
              </a:extLst>
            </p:cNvPr>
            <p:cNvSpPr txBox="1"/>
            <p:nvPr/>
          </p:nvSpPr>
          <p:spPr>
            <a:xfrm>
              <a:off x="618003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4D42620D-5186-D037-E35F-E82DE68E7C09}"/>
                </a:ext>
              </a:extLst>
            </p:cNvPr>
            <p:cNvSpPr txBox="1"/>
            <p:nvPr/>
          </p:nvSpPr>
          <p:spPr>
            <a:xfrm>
              <a:off x="1967392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C3B34E7E-0FB2-D250-4348-20F954F99632}"/>
                </a:ext>
              </a:extLst>
            </p:cNvPr>
            <p:cNvSpPr txBox="1"/>
            <p:nvPr/>
          </p:nvSpPr>
          <p:spPr>
            <a:xfrm>
              <a:off x="3306844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32F5CA06-842C-AD75-303A-8E0F0839D276}"/>
                </a:ext>
              </a:extLst>
            </p:cNvPr>
            <p:cNvSpPr txBox="1"/>
            <p:nvPr/>
          </p:nvSpPr>
          <p:spPr>
            <a:xfrm>
              <a:off x="4657658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8790FC5F-F78A-5642-9FE5-EC1EB811A74C}"/>
                </a:ext>
              </a:extLst>
            </p:cNvPr>
            <p:cNvSpPr txBox="1"/>
            <p:nvPr/>
          </p:nvSpPr>
          <p:spPr>
            <a:xfrm>
              <a:off x="6010362" y="63500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id="{D4F54ACC-C836-55AB-17DE-DA86567FD3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id="{FA3C1157-1A6D-890B-7939-1415374C99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9E9FD33F-0513-C984-78E9-807AB60453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5DF0D8E7-C17C-C1F8-3E20-42AA129D4C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75E53199-72A0-9C1B-921A-89A6630673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2FEF0A49-BCAE-A2A9-19F5-CF2EC4E43D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F7465C5C-9127-F2A2-A6B0-26D147D098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F12780C7-54D5-5DA8-A055-A817981AE5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FF48C57C-F007-1779-3F24-6E280980D6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C15F1AF0-8969-A961-54E3-5142721ABB6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CF907B85-178C-CF30-78AD-A740EECCE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19B18A0F-B5B4-DE08-21AB-F77ABBE9BA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7F2F9D18-F8A7-71CE-D400-261A79815C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A2053DD5-0713-B27E-ECDB-286BE142A8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F09F4E68-4AA1-3D5B-EB24-1C65E2D02E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07E595B-84EB-965D-EB5D-069DE7D861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A29E2849-0F5C-AC92-AAD9-052E9A8291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id="{23FA7648-E9CA-1BF7-5DC4-53904CDD6C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106504F6-EE7F-831A-632C-BBC8FAF7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2468A31B-BCBC-F3C8-45F7-65F2367626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50A60D90-30B0-622E-52B0-B1EF15BEF8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83A1C54E-9242-253A-AE6E-85F54F7D5F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644F020F-9655-59B5-827B-A3DFC080BE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5AC038F3-9013-4F6F-2902-96ABE967BB7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48D770FC-4CD6-449F-C8C4-65E02997FD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C83E158F-7A33-A88A-C9BE-7E0628D26F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E5163A8A-A4B0-E9FB-3304-D597A96CB0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48320F9F-7D7D-3A20-AFD2-CE863FA412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id="{F7A07CCA-DA0D-75C0-189F-09539FC9A2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C1F2CE56-BE04-A21F-35E5-277DE52F4B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E0B5B321-5409-DB55-5F73-7A75EAFC6E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157FB7EB-0781-79A6-40C3-825CE447A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16D91D3D-6568-4796-0D60-49A9077A89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AA4889BD-252C-BBD3-F139-7A6802F785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CFD1BCD7-6011-6E64-4768-FAA9EE3FE9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EA07DC0-FDF9-10AA-D397-829BB7B649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5BD54C32-2578-F6EA-0E13-AEA08429C4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A9A89372-DFBE-B24B-65EA-42602AF4DA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89186463-9439-B175-19DF-1EF734B6E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AEB2AE3F-D422-C308-DF55-18DCFB5C82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B6A13F99-FF1D-AF67-F24E-BCC50AC71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1BBE57B4-E5E0-9644-447E-5492AC28D0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1BFB3B3B-ABC7-507F-FBDB-0C2C9EA6B7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82EACDAE-36C3-040C-60E5-8B7528D1D6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E71DE738-B87C-894E-01CE-0877DBFF20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9E94C39D-B3E6-590E-F5E8-07BDCB2B52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42F1A232-9FBF-9385-5D6B-6C385E3C40E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6FE22FB3-FFF1-F06B-C63A-65B1CB24F3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id="{423D5A6A-93D4-17A1-E679-A6ADFD3E9D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C431CF59-27BE-7A1E-7EFC-13B6F16D65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1B9D322-B6D6-F153-0998-360AEEAC57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A37FD9E1-F451-1DFD-75E1-0EDEB72183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6BDCA38B-BD92-7FBF-FEA3-050AC402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8B73FD0-964D-FCAB-5381-0200B9F22A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9C0998D0-086F-1C65-881C-966D24F4D1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C0D05527-8800-8275-316F-09C1F78237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2BCDA728-405D-373F-88FD-F84D5CC1DE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B04D4C47-2670-5425-2B4C-50773E5190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22609A62-F0EB-5DE2-7E9F-DC6D737831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90450AE8-2AFE-8D7B-144D-66E3B0B27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4B74368A-9014-0746-DFBA-FD356BF2FC1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C80C6EFE-DF29-4026-37C1-DBD688BB9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718B31A8-87C4-1B02-6854-2E0E72CFD1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58BAFDB0-AA63-DC1F-1A11-2E1DB33897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id="{57820FC7-7ED2-EF94-D77B-3416B45D8C6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9C98533B-2B41-A181-42A7-511B36E22B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7A298263-7795-8927-829F-6C445C396E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BD679871-5ED7-96B5-A4DA-0E324182B5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3AC75839-87A9-9C45-6675-89B09097EA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947CC78C-8E7B-B620-AA34-858EFC1CB1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77FBDF2C-7ABD-C7B5-304A-4FF4F57ACE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7FC7749D-1038-D6F5-96AE-A5044125B6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id="{FE0FCD89-38AA-B9FF-F7C1-2EE0555D10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E9010D6A-73E1-6CB3-1B7D-FEB12BF951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019D61EC-47B6-BBDC-084A-779461877D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B6E7BACD-CA76-9FC5-2D50-F0E62E3513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DBDB6C3D-CB80-9DE5-47AD-9FDD5BE924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93DA151-C0CF-5228-E72B-7B614A9C19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31ED93E-86A0-977B-4B71-82C11DB371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18F92C2F-47FF-71B7-6C30-A04A24232D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id="{985FC2BE-5920-2CAF-08D4-959E64A43D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6F519C3-5A1A-09EB-5265-00DA1120AC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7A909739-C3BD-DDB7-2C2F-7145D96C70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F2A929F-3514-F43E-CE3B-86CE97196B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7DEB3F63-D487-B2B3-C2BB-736C5C40D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4E21891F-FF7E-EC56-C974-BE3775E736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5FA0BC73-506B-DC51-D350-013BB8A819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36DCC3BA-B46D-B30B-FDF3-14DA51C0FE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B1748CEB-D7EC-0E6D-0D94-0CD41A8EA2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D951AFB7-C85A-6BDF-250C-8A622C1B2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98F29528-F2BD-C93B-0E17-B9B3E4BBB3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id="{5A770D88-4440-83BA-1D5B-971981D638A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072BFBE8-F034-5CD7-7E15-BDA05F1E11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8547EB1-2AA2-D9BD-27CA-04F108714D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C2472EF7-AF1A-B480-5878-1E62E91BAD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665A6529-BC69-EB67-336F-0B065FF5F2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8D4BA7D9-1065-0AFD-9B6C-5B02485A3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17D2CB5-BA60-D480-2411-081BDCE35B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5EF33124-93E1-F090-F980-D08BF8DF00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51528D44-9147-6352-088C-E076E94FDA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8A91670D-00B3-6F8D-1361-6FF6E70B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4F318BF9-2579-2057-915C-C5C7960032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65D95A2-5714-882D-5C8C-8802E3C396D9}"/>
              </a:ext>
            </a:extLst>
          </p:cNvPr>
          <p:cNvGrpSpPr/>
          <p:nvPr/>
        </p:nvGrpSpPr>
        <p:grpSpPr>
          <a:xfrm>
            <a:off x="144368" y="9902358"/>
            <a:ext cx="7207767" cy="522280"/>
            <a:chOff x="144368" y="9964350"/>
            <a:chExt cx="7207767" cy="522280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3030374C-35D2-FAA6-8127-D61DB12964E2}"/>
                </a:ext>
              </a:extLst>
            </p:cNvPr>
            <p:cNvSpPr/>
            <p:nvPr/>
          </p:nvSpPr>
          <p:spPr>
            <a:xfrm>
              <a:off x="1359655" y="9994187"/>
              <a:ext cx="5992480" cy="492443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*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원산지표시안내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: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국내산유기농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현미,흑미,찹쌀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국내산친환경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소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국내산육우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돼지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닭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오리고기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두부,콩비지,콩국수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콩-국내산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배추김치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배추-국내산,고춧가루-국내산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삼치,아귀,오징어,고등어,꽃게,패류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새우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베트남산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명태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러시아산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참치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원양산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가다랭이포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인도네시아산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 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.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000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영양사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I 000000000@kizmeal.com I www.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Kizmeal.com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95A6CFAC-0CBE-B5C3-EE96-396B06203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964350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76CD8A9-AD1E-EEAA-E52E-4B8CAE1185A7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5" name="Google Shape;25;p2">
              <a:extLst>
                <a:ext uri="{FF2B5EF4-FFF2-40B4-BE49-F238E27FC236}">
                  <a16:creationId xmlns:a16="http://schemas.microsoft.com/office/drawing/2014/main" id="{C31CFE59-B27A-EE3B-3440-6B550D385260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id="{96D88BA9-F9DB-6B3F-6111-3F67DDBB97DD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D5A8B274-5BD5-C005-DBD7-F5AA1561FE8F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id="{5F59CD92-A9C3-8501-78B8-6BE70F73A6AF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5;p2">
              <a:extLst>
                <a:ext uri="{FF2B5EF4-FFF2-40B4-BE49-F238E27FC236}">
                  <a16:creationId xmlns:a16="http://schemas.microsoft.com/office/drawing/2014/main" id="{463A278F-9F8F-8E65-8250-94C4EAA784F2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6;p2">
              <a:extLst>
                <a:ext uri="{FF2B5EF4-FFF2-40B4-BE49-F238E27FC236}">
                  <a16:creationId xmlns:a16="http://schemas.microsoft.com/office/drawing/2014/main" id="{BB6217B3-84FE-5545-E84F-8D1AC56FAF00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9;p2">
              <a:extLst>
                <a:ext uri="{FF2B5EF4-FFF2-40B4-BE49-F238E27FC236}">
                  <a16:creationId xmlns:a16="http://schemas.microsoft.com/office/drawing/2014/main" id="{9835A0F1-3D32-183E-2CA4-244638710D1C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32;p2">
              <a:extLst>
                <a:ext uri="{FF2B5EF4-FFF2-40B4-BE49-F238E27FC236}">
                  <a16:creationId xmlns:a16="http://schemas.microsoft.com/office/drawing/2014/main" id="{827C1AEE-37F1-1A3A-0254-73FB1B4D90D9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35;p2">
              <a:extLst>
                <a:ext uri="{FF2B5EF4-FFF2-40B4-BE49-F238E27FC236}">
                  <a16:creationId xmlns:a16="http://schemas.microsoft.com/office/drawing/2014/main" id="{6A5F040E-67DD-A4AB-6FD9-151702390EAE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63;p2">
              <a:extLst>
                <a:ext uri="{FF2B5EF4-FFF2-40B4-BE49-F238E27FC236}">
                  <a16:creationId xmlns:a16="http://schemas.microsoft.com/office/drawing/2014/main" id="{03979FAE-942D-781A-9395-8D17D0EC07DF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D63AE0E-9434-A5B9-E96F-7C66DDF8AE54}"/>
              </a:ext>
            </a:extLst>
          </p:cNvPr>
          <p:cNvGrpSpPr/>
          <p:nvPr/>
        </p:nvGrpSpPr>
        <p:grpSpPr>
          <a:xfrm>
            <a:off x="314530" y="8283102"/>
            <a:ext cx="3089415" cy="1467455"/>
            <a:chOff x="637928" y="4881932"/>
            <a:chExt cx="4022651" cy="1467455"/>
          </a:xfrm>
        </p:grpSpPr>
        <p:pic>
          <p:nvPicPr>
            <p:cNvPr id="18" name="그래픽 17">
              <a:extLst>
                <a:ext uri="{FF2B5EF4-FFF2-40B4-BE49-F238E27FC236}">
                  <a16:creationId xmlns:a16="http://schemas.microsoft.com/office/drawing/2014/main" id="{49278155-C044-36EC-7920-08C7187C7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5469" y="4903685"/>
              <a:ext cx="2804277" cy="1068116"/>
            </a:xfrm>
            <a:prstGeom prst="rect">
              <a:avLst/>
            </a:prstGeom>
          </p:spPr>
        </p:pic>
        <p:pic>
          <p:nvPicPr>
            <p:cNvPr id="20" name="그래픽 19">
              <a:extLst>
                <a:ext uri="{FF2B5EF4-FFF2-40B4-BE49-F238E27FC236}">
                  <a16:creationId xmlns:a16="http://schemas.microsoft.com/office/drawing/2014/main" id="{551D1964-21FD-F3AE-3064-5D5B8414E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928" y="5845921"/>
              <a:ext cx="4022651" cy="503466"/>
            </a:xfrm>
            <a:prstGeom prst="rect">
              <a:avLst/>
            </a:prstGeom>
          </p:spPr>
        </p:pic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029817D2-EF20-ABEA-6F6B-BF06433C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17925" y="4881932"/>
              <a:ext cx="1106016" cy="1353962"/>
            </a:xfrm>
            <a:prstGeom prst="rect">
              <a:avLst/>
            </a:prstGeom>
          </p:spPr>
        </p:pic>
        <p:pic>
          <p:nvPicPr>
            <p:cNvPr id="24" name="그래픽 23">
              <a:extLst>
                <a:ext uri="{FF2B5EF4-FFF2-40B4-BE49-F238E27FC236}">
                  <a16:creationId xmlns:a16="http://schemas.microsoft.com/office/drawing/2014/main" id="{02B1CBE7-4E17-94DE-5B57-5D262FF44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4494" y="5525276"/>
              <a:ext cx="659097" cy="705523"/>
            </a:xfrm>
            <a:prstGeom prst="rect">
              <a:avLst/>
            </a:prstGeom>
          </p:spPr>
        </p:pic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C71D99F9-42E9-9F1D-5D34-8345483CE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10232" y="5742863"/>
              <a:ext cx="557862" cy="376728"/>
            </a:xfrm>
            <a:prstGeom prst="rect">
              <a:avLst/>
            </a:prstGeom>
          </p:spPr>
        </p:pic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1AC498BE-0833-1B08-683F-4950CF27A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26943" y="5942261"/>
              <a:ext cx="280132" cy="204018"/>
            </a:xfrm>
            <a:prstGeom prst="rect">
              <a:avLst/>
            </a:prstGeom>
          </p:spPr>
        </p:pic>
      </p:grpSp>
      <p:sp>
        <p:nvSpPr>
          <p:cNvPr id="27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403945" y="5395033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126" y="8329388"/>
            <a:ext cx="851993" cy="61046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929" y="8105198"/>
            <a:ext cx="1088712" cy="1064937"/>
          </a:xfrm>
          <a:prstGeom prst="rect">
            <a:avLst/>
          </a:prstGeom>
        </p:spPr>
      </p:pic>
      <p:sp>
        <p:nvSpPr>
          <p:cNvPr id="167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788411" y="5377611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9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2127694" y="5395033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설날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51" y="8252649"/>
            <a:ext cx="1697180" cy="400765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699" y="8302418"/>
            <a:ext cx="321339" cy="32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1108928B-F403-BDB5-1D95-CB8E67C7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50898BB-B0C8-3185-3F44-DFC67705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7830193"/>
              </p:ext>
            </p:extLst>
          </p:nvPr>
        </p:nvGraphicFramePr>
        <p:xfrm>
          <a:off x="194988" y="1156203"/>
          <a:ext cx="7166525" cy="866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7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20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1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2</a:t>
                      </a:r>
                      <a:r>
                        <a:rPr lang="ko-KR" altLang="en-US" sz="11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월의 추천 식재료 </a:t>
                      </a:r>
                      <a:r>
                        <a:rPr lang="en-US" altLang="ko-KR" sz="11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1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sz="9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꼬막은 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‘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고단백 저지방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’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식품의 대명사입니다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꼬막에 풍부한 양질의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단백질과 필수 아미노산은 근육 형성과 유지에 도움을 주며 다량 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함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유된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칼슘은 뼈를  튼튼하게 만들어줍니다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봄동은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비타민과 식이섬유가 풍부하여 아이들의 면역력과 장 건강에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도움을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주는 제철 채소입니다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  <a:endParaRPr lang="en-US" sz="10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" name="Google Shape;21;p2">
            <a:extLst>
              <a:ext uri="{FF2B5EF4-FFF2-40B4-BE49-F238E27FC236}">
                <a16:creationId xmlns:a16="http://schemas.microsoft.com/office/drawing/2014/main" id="{DF831C29-BCD8-0FD1-3B29-995C737BADEB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강남점</a:t>
            </a:r>
            <a:endParaRPr sz="1200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8D31BFA-9753-0686-86B3-8BE30A67DA4F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FEB.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4" name="Google Shape;36;p2">
            <a:extLst>
              <a:ext uri="{FF2B5EF4-FFF2-40B4-BE49-F238E27FC236}">
                <a16:creationId xmlns:a16="http://schemas.microsoft.com/office/drawing/2014/main" id="{52B35E61-F9B2-43EB-CF79-69D29D8D61E6}"/>
              </a:ext>
            </a:extLst>
          </p:cNvPr>
          <p:cNvGrpSpPr/>
          <p:nvPr/>
        </p:nvGrpSpPr>
        <p:grpSpPr>
          <a:xfrm>
            <a:off x="637928" y="1173476"/>
            <a:ext cx="5677110" cy="5435577"/>
            <a:chOff x="618003" y="1157978"/>
            <a:chExt cx="5677110" cy="5435577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063CC2E3-1190-0D35-306D-CC27281163C9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8" name="Google Shape;38;p2">
              <a:extLst>
                <a:ext uri="{FF2B5EF4-FFF2-40B4-BE49-F238E27FC236}">
                  <a16:creationId xmlns:a16="http://schemas.microsoft.com/office/drawing/2014/main" id="{2BFEC8AC-3508-D084-2271-BE8BFED34560}"/>
                </a:ext>
              </a:extLst>
            </p:cNvPr>
            <p:cNvSpPr txBox="1"/>
            <p:nvPr/>
          </p:nvSpPr>
          <p:spPr>
            <a:xfrm>
              <a:off x="1973502" y="116214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64B77FD2-72AA-F21A-B47E-1394F45067EA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AA07B943-B9D8-8203-84B9-7A8DAC21336E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F2E5EC94-4BD1-F41E-AB5F-84814361851D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B74996D2-83EA-324E-B4D5-C6F8D6A70545}"/>
                </a:ext>
              </a:extLst>
            </p:cNvPr>
            <p:cNvSpPr txBox="1"/>
            <p:nvPr/>
          </p:nvSpPr>
          <p:spPr>
            <a:xfrm>
              <a:off x="634219" y="29025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5AA437B0-3DF7-8792-C949-AEFDBBEF4E0E}"/>
                </a:ext>
              </a:extLst>
            </p:cNvPr>
            <p:cNvSpPr txBox="1"/>
            <p:nvPr/>
          </p:nvSpPr>
          <p:spPr>
            <a:xfrm>
              <a:off x="1983608" y="29001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85885D21-7E30-4FD7-4B51-FFC5C9E01971}"/>
                </a:ext>
              </a:extLst>
            </p:cNvPr>
            <p:cNvSpPr txBox="1"/>
            <p:nvPr/>
          </p:nvSpPr>
          <p:spPr>
            <a:xfrm>
              <a:off x="3323060" y="28983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EF056E94-46F2-CE92-FE8D-5AC598CE0938}"/>
                </a:ext>
              </a:extLst>
            </p:cNvPr>
            <p:cNvSpPr txBox="1"/>
            <p:nvPr/>
          </p:nvSpPr>
          <p:spPr>
            <a:xfrm>
              <a:off x="4673874" y="28983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236B7792-99C2-9244-3FFF-C09B167B847B}"/>
                </a:ext>
              </a:extLst>
            </p:cNvPr>
            <p:cNvSpPr txBox="1"/>
            <p:nvPr/>
          </p:nvSpPr>
          <p:spPr>
            <a:xfrm>
              <a:off x="6026578" y="289598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127C872D-2C20-8DB0-6B97-75C23AE5D4B8}"/>
                </a:ext>
              </a:extLst>
            </p:cNvPr>
            <p:cNvSpPr txBox="1"/>
            <p:nvPr/>
          </p:nvSpPr>
          <p:spPr>
            <a:xfrm>
              <a:off x="618003" y="46351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85E07E6E-F7A5-80AE-D8EC-4D2161490394}"/>
                </a:ext>
              </a:extLst>
            </p:cNvPr>
            <p:cNvSpPr txBox="1"/>
            <p:nvPr/>
          </p:nvSpPr>
          <p:spPr>
            <a:xfrm>
              <a:off x="1967392" y="46327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B58B3BA1-09B0-2943-ECE7-3557B1ED3554}"/>
                </a:ext>
              </a:extLst>
            </p:cNvPr>
            <p:cNvSpPr txBox="1"/>
            <p:nvPr/>
          </p:nvSpPr>
          <p:spPr>
            <a:xfrm>
              <a:off x="3306844" y="46310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E9F9D10D-19C2-2D0D-E4CA-97FA89255B00}"/>
                </a:ext>
              </a:extLst>
            </p:cNvPr>
            <p:cNvSpPr txBox="1"/>
            <p:nvPr/>
          </p:nvSpPr>
          <p:spPr>
            <a:xfrm>
              <a:off x="4657658" y="46310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CEFD934B-BACF-1C8E-E7EF-FA836B55D850}"/>
                </a:ext>
              </a:extLst>
            </p:cNvPr>
            <p:cNvSpPr txBox="1"/>
            <p:nvPr/>
          </p:nvSpPr>
          <p:spPr>
            <a:xfrm>
              <a:off x="6010362" y="462862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66C5E800-606C-1FFD-9FF2-54A4BF658E52}"/>
                </a:ext>
              </a:extLst>
            </p:cNvPr>
            <p:cNvSpPr txBox="1"/>
            <p:nvPr/>
          </p:nvSpPr>
          <p:spPr>
            <a:xfrm>
              <a:off x="618003" y="63628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4D42620D-5186-D037-E35F-E82DE68E7C09}"/>
                </a:ext>
              </a:extLst>
            </p:cNvPr>
            <p:cNvSpPr txBox="1"/>
            <p:nvPr/>
          </p:nvSpPr>
          <p:spPr>
            <a:xfrm>
              <a:off x="1967392" y="63604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C3B34E7E-0FB2-D250-4348-20F954F99632}"/>
                </a:ext>
              </a:extLst>
            </p:cNvPr>
            <p:cNvSpPr txBox="1"/>
            <p:nvPr/>
          </p:nvSpPr>
          <p:spPr>
            <a:xfrm>
              <a:off x="3306844" y="635867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32F5CA06-842C-AD75-303A-8E0F0839D276}"/>
                </a:ext>
              </a:extLst>
            </p:cNvPr>
            <p:cNvSpPr txBox="1"/>
            <p:nvPr/>
          </p:nvSpPr>
          <p:spPr>
            <a:xfrm>
              <a:off x="4657658" y="635867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8790FC5F-F78A-5642-9FE5-EC1EB811A74C}"/>
                </a:ext>
              </a:extLst>
            </p:cNvPr>
            <p:cNvSpPr txBox="1"/>
            <p:nvPr/>
          </p:nvSpPr>
          <p:spPr>
            <a:xfrm>
              <a:off x="6010362" y="635628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5" name="Google Shape;64;p2">
            <a:extLst>
              <a:ext uri="{FF2B5EF4-FFF2-40B4-BE49-F238E27FC236}">
                <a16:creationId xmlns:a16="http://schemas.microsoft.com/office/drawing/2014/main" id="{D4F54ACC-C836-55AB-17DE-DA86567FD3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" name="Google Shape;65;p2">
              <a:extLst>
                <a:ext uri="{FF2B5EF4-FFF2-40B4-BE49-F238E27FC236}">
                  <a16:creationId xmlns:a16="http://schemas.microsoft.com/office/drawing/2014/main" id="{FA3C1157-1A6D-890B-7939-1415374C99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9E9FD33F-0513-C984-78E9-807AB60453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5DF0D8E7-C17C-C1F8-3E20-42AA129D4C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75E53199-72A0-9C1B-921A-89A6630673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2FEF0A49-BCAE-A2A9-19F5-CF2EC4E43D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F7465C5C-9127-F2A2-A6B0-26D147D098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F12780C7-54D5-5DA8-A055-A817981AE5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FF48C57C-F007-1779-3F24-6E280980D6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C15F1AF0-8969-A961-54E3-5142721ABB6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CF907B85-178C-CF30-78AD-A740EECCE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19B18A0F-B5B4-DE08-21AB-F77ABBE9BA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7F2F9D18-F8A7-71CE-D400-261A79815C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A2053DD5-0713-B27E-ECDB-286BE142A8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F09F4E68-4AA1-3D5B-EB24-1C65E2D02E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07E595B-84EB-965D-EB5D-069DE7D861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A29E2849-0F5C-AC92-AAD9-052E9A8291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81;p2">
              <a:extLst>
                <a:ext uri="{FF2B5EF4-FFF2-40B4-BE49-F238E27FC236}">
                  <a16:creationId xmlns:a16="http://schemas.microsoft.com/office/drawing/2014/main" id="{23FA7648-E9CA-1BF7-5DC4-53904CDD6C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106504F6-EE7F-831A-632C-BBC8FAF7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2468A31B-BCBC-F3C8-45F7-65F2367626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50A60D90-30B0-622E-52B0-B1EF15BEF8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83A1C54E-9242-253A-AE6E-85F54F7D5F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644F020F-9655-59B5-827B-A3DFC080BE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5AC038F3-9013-4F6F-2902-96ABE967BB7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48D770FC-4CD6-449F-C8C4-65E02997FD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C83E158F-7A33-A88A-C9BE-7E0628D26F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E5163A8A-A4B0-E9FB-3304-D597A96CB0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48320F9F-7D7D-3A20-AFD2-CE863FA412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id="{F7A07CCA-DA0D-75C0-189F-09539FC9A2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C1F2CE56-BE04-A21F-35E5-277DE52F4B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E0B5B321-5409-DB55-5F73-7A75EAFC6E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157FB7EB-0781-79A6-40C3-825CE447A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16D91D3D-6568-4796-0D60-49A9077A89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AA4889BD-252C-BBD3-F139-7A6802F785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CFD1BCD7-6011-6E64-4768-FAA9EE3FE9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EA07DC0-FDF9-10AA-D397-829BB7B649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5BD54C32-2578-F6EA-0E13-AEA08429C4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A9A89372-DFBE-B24B-65EA-42602AF4DA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89186463-9439-B175-19DF-1EF734B6E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AEB2AE3F-D422-C308-DF55-18DCFB5C82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B6A13F99-FF1D-AF67-F24E-BCC50AC71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1BBE57B4-E5E0-9644-447E-5492AC28D0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1BFB3B3B-ABC7-507F-FBDB-0C2C9EA6B7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82EACDAE-36C3-040C-60E5-8B7528D1D6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E71DE738-B87C-894E-01CE-0877DBFF20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9E94C39D-B3E6-590E-F5E8-07BDCB2B52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42F1A232-9FBF-9385-5D6B-6C385E3C40E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6FE22FB3-FFF1-F06B-C63A-65B1CB24F3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12;p2">
              <a:extLst>
                <a:ext uri="{FF2B5EF4-FFF2-40B4-BE49-F238E27FC236}">
                  <a16:creationId xmlns:a16="http://schemas.microsoft.com/office/drawing/2014/main" id="{423D5A6A-93D4-17A1-E679-A6ADFD3E9D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C431CF59-27BE-7A1E-7EFC-13B6F16D65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1B9D322-B6D6-F153-0998-360AEEAC57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A37FD9E1-F451-1DFD-75E1-0EDEB72183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6BDCA38B-BD92-7FBF-FEA3-050AC402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8B73FD0-964D-FCAB-5381-0200B9F22A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9C0998D0-086F-1C65-881C-966D24F4D1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C0D05527-8800-8275-316F-09C1F78237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2BCDA728-405D-373F-88FD-F84D5CC1DE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B04D4C47-2670-5425-2B4C-50773E5190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22609A62-F0EB-5DE2-7E9F-DC6D737831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90450AE8-2AFE-8D7B-144D-66E3B0B27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4B74368A-9014-0746-DFBA-FD356BF2FC1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C80C6EFE-DF29-4026-37C1-DBD688BB9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718B31A8-87C4-1B02-6854-2E0E72CFD1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58BAFDB0-AA63-DC1F-1A11-2E1DB33897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28;p2">
              <a:extLst>
                <a:ext uri="{FF2B5EF4-FFF2-40B4-BE49-F238E27FC236}">
                  <a16:creationId xmlns:a16="http://schemas.microsoft.com/office/drawing/2014/main" id="{57820FC7-7ED2-EF94-D77B-3416B45D8C6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9C98533B-2B41-A181-42A7-511B36E22B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7A298263-7795-8927-829F-6C445C396E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BD679871-5ED7-96B5-A4DA-0E324182B5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3AC75839-87A9-9C45-6675-89B09097EA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947CC78C-8E7B-B620-AA34-858EFC1CB1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77FBDF2C-7ABD-C7B5-304A-4FF4F57ACE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7FC7749D-1038-D6F5-96AE-A5044125B6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36;p2">
              <a:extLst>
                <a:ext uri="{FF2B5EF4-FFF2-40B4-BE49-F238E27FC236}">
                  <a16:creationId xmlns:a16="http://schemas.microsoft.com/office/drawing/2014/main" id="{FE0FCD89-38AA-B9FF-F7C1-2EE0555D10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E9010D6A-73E1-6CB3-1B7D-FEB12BF951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019D61EC-47B6-BBDC-084A-779461877D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B6E7BACD-CA76-9FC5-2D50-F0E62E3513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DBDB6C3D-CB80-9DE5-47AD-9FDD5BE924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93DA151-C0CF-5228-E72B-7B614A9C19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31ED93E-86A0-977B-4B71-82C11DB371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18F92C2F-47FF-71B7-6C30-A04A24232D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44;p2">
              <a:extLst>
                <a:ext uri="{FF2B5EF4-FFF2-40B4-BE49-F238E27FC236}">
                  <a16:creationId xmlns:a16="http://schemas.microsoft.com/office/drawing/2014/main" id="{985FC2BE-5920-2CAF-08D4-959E64A43D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6F519C3-5A1A-09EB-5265-00DA1120AC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7A909739-C3BD-DDB7-2C2F-7145D96C70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F2A929F-3514-F43E-CE3B-86CE97196B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7DEB3F63-D487-B2B3-C2BB-736C5C40D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4E21891F-FF7E-EC56-C974-BE3775E736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5FA0BC73-506B-DC51-D350-013BB8A819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36DCC3BA-B46D-B30B-FDF3-14DA51C0FE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B1748CEB-D7EC-0E6D-0D94-0CD41A8EA2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D951AFB7-C85A-6BDF-250C-8A622C1B2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98F29528-F2BD-C93B-0E17-B9B3E4BBB3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id="{5A770D88-4440-83BA-1D5B-971981D638A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072BFBE8-F034-5CD7-7E15-BDA05F1E11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8547EB1-2AA2-D9BD-27CA-04F108714D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C2472EF7-AF1A-B480-5878-1E62E91BAD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665A6529-BC69-EB67-336F-0B065FF5F2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8D4BA7D9-1065-0AFD-9B6C-5B02485A3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17D2CB5-BA60-D480-2411-081BDCE35B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5EF33124-93E1-F090-F980-D08BF8DF00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51528D44-9147-6352-088C-E076E94FDA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8A91670D-00B3-6F8D-1361-6FF6E70B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4F318BF9-2579-2057-915C-C5C7960032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4" name="그룹 9">
            <a:extLst>
              <a:ext uri="{FF2B5EF4-FFF2-40B4-BE49-F238E27FC236}">
                <a16:creationId xmlns:a16="http://schemas.microsoft.com/office/drawing/2014/main" id="{865D95A2-5714-882D-5C8C-8802E3C396D9}"/>
              </a:ext>
            </a:extLst>
          </p:cNvPr>
          <p:cNvGrpSpPr/>
          <p:nvPr/>
        </p:nvGrpSpPr>
        <p:grpSpPr>
          <a:xfrm>
            <a:off x="144368" y="9902358"/>
            <a:ext cx="7207767" cy="522280"/>
            <a:chOff x="144368" y="9964350"/>
            <a:chExt cx="7207767" cy="522280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id="{3030374C-35D2-FAA6-8127-D61DB12964E2}"/>
                </a:ext>
              </a:extLst>
            </p:cNvPr>
            <p:cNvSpPr/>
            <p:nvPr/>
          </p:nvSpPr>
          <p:spPr>
            <a:xfrm>
              <a:off x="1359655" y="9994187"/>
              <a:ext cx="5992480" cy="492443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*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원산지표시안내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: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국내산유기농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현미,흑미,찹쌀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국내산친환경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소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국내산육우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돼지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닭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오리고기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두부,콩비지,콩국수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콩-국내산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배추김치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배추-국내산,고춧가루-국내산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삼치,아귀,오징어,고등어,꽃게,패류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새우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베트남산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명태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러시아산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참치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원양산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가다랭이포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인도네시아산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 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8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.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000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영양사</a:t>
              </a:r>
              <a:r>
                <a:rPr lang="en-US" sz="8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I 000000000@kizmeal.com I www. </a:t>
              </a:r>
              <a:r>
                <a:rPr lang="en-US" sz="8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Kizmeal.com</a:t>
              </a:r>
              <a:endPara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id="{95A6CFAC-0CBE-B5C3-EE96-396B06203A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964350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1703E6FE-D3FB-D92F-10E5-FED6A9CDAFF6}"/>
              </a:ext>
            </a:extLst>
          </p:cNvPr>
          <p:cNvSpPr txBox="1"/>
          <p:nvPr/>
        </p:nvSpPr>
        <p:spPr>
          <a:xfrm>
            <a:off x="2063857" y="5401518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설날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36" name="그룹 5">
            <a:extLst>
              <a:ext uri="{FF2B5EF4-FFF2-40B4-BE49-F238E27FC236}">
                <a16:creationId xmlns:a16="http://schemas.microsoft.com/office/drawing/2014/main" id="{D6B9034A-F94B-6698-8943-14620A71386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D103307-DA95-D24E-23D0-ABF824DF5B1E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86FD8498-BE3A-1FC7-C8CA-A1AC44D0369E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5;p2">
              <a:extLst>
                <a:ext uri="{FF2B5EF4-FFF2-40B4-BE49-F238E27FC236}">
                  <a16:creationId xmlns:a16="http://schemas.microsoft.com/office/drawing/2014/main" id="{A58F522D-798F-99D1-40FA-26DB0585B8D0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25;p2">
              <a:extLst>
                <a:ext uri="{FF2B5EF4-FFF2-40B4-BE49-F238E27FC236}">
                  <a16:creationId xmlns:a16="http://schemas.microsoft.com/office/drawing/2014/main" id="{9B9FB42A-EADE-44E9-B32C-10574D19DFAF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25;p2">
              <a:extLst>
                <a:ext uri="{FF2B5EF4-FFF2-40B4-BE49-F238E27FC236}">
                  <a16:creationId xmlns:a16="http://schemas.microsoft.com/office/drawing/2014/main" id="{72384508-F22E-B76F-AC6D-78F849CFA140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7" name="Google Shape;26;p2">
              <a:extLst>
                <a:ext uri="{FF2B5EF4-FFF2-40B4-BE49-F238E27FC236}">
                  <a16:creationId xmlns:a16="http://schemas.microsoft.com/office/drawing/2014/main" id="{DA57B189-3D83-34AE-578C-F424245EDD01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8" name="Google Shape;29;p2">
              <a:extLst>
                <a:ext uri="{FF2B5EF4-FFF2-40B4-BE49-F238E27FC236}">
                  <a16:creationId xmlns:a16="http://schemas.microsoft.com/office/drawing/2014/main" id="{AAE30125-40AE-74A4-A436-5724B8871799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0" name="Google Shape;32;p2">
              <a:extLst>
                <a:ext uri="{FF2B5EF4-FFF2-40B4-BE49-F238E27FC236}">
                  <a16:creationId xmlns:a16="http://schemas.microsoft.com/office/drawing/2014/main" id="{4442C5B8-C6CF-17F9-1141-4780EB72B5C6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1" name="Google Shape;35;p2">
              <a:extLst>
                <a:ext uri="{FF2B5EF4-FFF2-40B4-BE49-F238E27FC236}">
                  <a16:creationId xmlns:a16="http://schemas.microsoft.com/office/drawing/2014/main" id="{A8C03C0A-FE5E-11F2-9347-A96307D6294E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3" name="Google Shape;63;p2">
              <a:extLst>
                <a:ext uri="{FF2B5EF4-FFF2-40B4-BE49-F238E27FC236}">
                  <a16:creationId xmlns:a16="http://schemas.microsoft.com/office/drawing/2014/main" id="{41C49E1C-AFEC-7859-0BA4-9709E0F9712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51020FD-C408-9382-E7E9-080AE8DC8023}"/>
              </a:ext>
            </a:extLst>
          </p:cNvPr>
          <p:cNvSpPr txBox="1"/>
          <p:nvPr/>
        </p:nvSpPr>
        <p:spPr>
          <a:xfrm>
            <a:off x="8067368" y="752167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/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1D63AE0E-9434-A5B9-E96F-7C66DDF8AE54}"/>
              </a:ext>
            </a:extLst>
          </p:cNvPr>
          <p:cNvGrpSpPr/>
          <p:nvPr/>
        </p:nvGrpSpPr>
        <p:grpSpPr>
          <a:xfrm>
            <a:off x="314530" y="8283102"/>
            <a:ext cx="3089415" cy="1467455"/>
            <a:chOff x="637928" y="4881932"/>
            <a:chExt cx="4022651" cy="1467455"/>
          </a:xfrm>
        </p:grpSpPr>
        <p:pic>
          <p:nvPicPr>
            <p:cNvPr id="166" name="그래픽 17">
              <a:extLst>
                <a:ext uri="{FF2B5EF4-FFF2-40B4-BE49-F238E27FC236}">
                  <a16:creationId xmlns:a16="http://schemas.microsoft.com/office/drawing/2014/main" id="{49278155-C044-36EC-7920-08C7187C7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5469" y="4903685"/>
              <a:ext cx="2804277" cy="1068116"/>
            </a:xfrm>
            <a:prstGeom prst="rect">
              <a:avLst/>
            </a:prstGeom>
          </p:spPr>
        </p:pic>
        <p:pic>
          <p:nvPicPr>
            <p:cNvPr id="167" name="그래픽 19">
              <a:extLst>
                <a:ext uri="{FF2B5EF4-FFF2-40B4-BE49-F238E27FC236}">
                  <a16:creationId xmlns:a16="http://schemas.microsoft.com/office/drawing/2014/main" id="{551D1964-21FD-F3AE-3064-5D5B8414E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928" y="5845921"/>
              <a:ext cx="4022651" cy="503466"/>
            </a:xfrm>
            <a:prstGeom prst="rect">
              <a:avLst/>
            </a:prstGeom>
          </p:spPr>
        </p:pic>
        <p:pic>
          <p:nvPicPr>
            <p:cNvPr id="168" name="그래픽 22">
              <a:extLst>
                <a:ext uri="{FF2B5EF4-FFF2-40B4-BE49-F238E27FC236}">
                  <a16:creationId xmlns:a16="http://schemas.microsoft.com/office/drawing/2014/main" id="{029817D2-EF20-ABEA-6F6B-BF06433C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17925" y="4881932"/>
              <a:ext cx="1106016" cy="1353962"/>
            </a:xfrm>
            <a:prstGeom prst="rect">
              <a:avLst/>
            </a:prstGeom>
          </p:spPr>
        </p:pic>
        <p:pic>
          <p:nvPicPr>
            <p:cNvPr id="169" name="그래픽 23">
              <a:extLst>
                <a:ext uri="{FF2B5EF4-FFF2-40B4-BE49-F238E27FC236}">
                  <a16:creationId xmlns:a16="http://schemas.microsoft.com/office/drawing/2014/main" id="{02B1CBE7-4E17-94DE-5B57-5D262FF44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4494" y="5525276"/>
              <a:ext cx="659097" cy="705523"/>
            </a:xfrm>
            <a:prstGeom prst="rect">
              <a:avLst/>
            </a:prstGeom>
          </p:spPr>
        </p:pic>
        <p:pic>
          <p:nvPicPr>
            <p:cNvPr id="170" name="그래픽 24">
              <a:extLst>
                <a:ext uri="{FF2B5EF4-FFF2-40B4-BE49-F238E27FC236}">
                  <a16:creationId xmlns:a16="http://schemas.microsoft.com/office/drawing/2014/main" id="{C71D99F9-42E9-9F1D-5D34-8345483CE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10232" y="5742863"/>
              <a:ext cx="557862" cy="376728"/>
            </a:xfrm>
            <a:prstGeom prst="rect">
              <a:avLst/>
            </a:prstGeom>
          </p:spPr>
        </p:pic>
        <p:pic>
          <p:nvPicPr>
            <p:cNvPr id="171" name="그래픽 25">
              <a:extLst>
                <a:ext uri="{FF2B5EF4-FFF2-40B4-BE49-F238E27FC236}">
                  <a16:creationId xmlns:a16="http://schemas.microsoft.com/office/drawing/2014/main" id="{1AC498BE-0833-1B08-683F-4950CF27A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26943" y="5942261"/>
              <a:ext cx="280132" cy="204018"/>
            </a:xfrm>
            <a:prstGeom prst="rect">
              <a:avLst/>
            </a:prstGeom>
          </p:spPr>
        </p:pic>
      </p:grpSp>
      <p:sp>
        <p:nvSpPr>
          <p:cNvPr id="172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372531" y="5401518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3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772195" y="5393870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4" name="그림 173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51" y="8252649"/>
            <a:ext cx="1697180" cy="400765"/>
          </a:xfrm>
          <a:prstGeom prst="rect">
            <a:avLst/>
          </a:prstGeom>
        </p:spPr>
      </p:pic>
      <p:pic>
        <p:nvPicPr>
          <p:cNvPr id="175" name="그림 17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699" y="8302418"/>
            <a:ext cx="321339" cy="320330"/>
          </a:xfrm>
          <a:prstGeom prst="rect">
            <a:avLst/>
          </a:prstGeom>
        </p:spPr>
      </p:pic>
      <p:pic>
        <p:nvPicPr>
          <p:cNvPr id="176" name="그림 17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004" y="8315986"/>
            <a:ext cx="851993" cy="610460"/>
          </a:xfrm>
          <a:prstGeom prst="rect">
            <a:avLst/>
          </a:prstGeom>
        </p:spPr>
      </p:pic>
      <p:pic>
        <p:nvPicPr>
          <p:cNvPr id="177" name="그림 17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872" y="8079096"/>
            <a:ext cx="1088712" cy="106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1108928B-F403-BDB5-1D95-CB8E67C7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8D31BFA-9753-0686-86B3-8BE30A67DA4F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FEB.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50898BB-B0C8-3185-3F44-DFC67705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5698364"/>
              </p:ext>
            </p:extLst>
          </p:nvPr>
        </p:nvGraphicFramePr>
        <p:xfrm>
          <a:off x="194988" y="1156201"/>
          <a:ext cx="7166525" cy="8160852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lang="en-US"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36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</a:t>
                      </a: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꼬막은 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‘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고단백 저지방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’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식품의 대명사입니다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꼬막에 풍부한 양질의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단백질과 필수 아미노산은 근육 형성과 유지에 도움을 주며 다량 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함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유된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칼슘은 뼈를  튼튼하게 만들어줍니다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봄동은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비타민과 식이섬유가 풍부하여 아이들의 면역력과 장 건강에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도움을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주는 제철 채소입니다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  <a:endParaRPr lang="en-US" altLang="ko-KR" sz="10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id="{52B35E61-F9B2-43EB-CF79-69D29D8D61E6}"/>
              </a:ext>
            </a:extLst>
          </p:cNvPr>
          <p:cNvGrpSpPr/>
          <p:nvPr/>
        </p:nvGrpSpPr>
        <p:grpSpPr>
          <a:xfrm>
            <a:off x="637928" y="1188647"/>
            <a:ext cx="5677110" cy="5109483"/>
            <a:chOff x="618003" y="1173149"/>
            <a:chExt cx="5677110" cy="5109483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063CC2E3-1190-0D35-306D-CC27281163C9}"/>
                </a:ext>
              </a:extLst>
            </p:cNvPr>
            <p:cNvSpPr txBox="1"/>
            <p:nvPr/>
          </p:nvSpPr>
          <p:spPr>
            <a:xfrm>
              <a:off x="624113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8" name="Google Shape;38;p2">
              <a:extLst>
                <a:ext uri="{FF2B5EF4-FFF2-40B4-BE49-F238E27FC236}">
                  <a16:creationId xmlns:a16="http://schemas.microsoft.com/office/drawing/2014/main" id="{2BFEC8AC-3508-D084-2271-BE8BFED34560}"/>
                </a:ext>
              </a:extLst>
            </p:cNvPr>
            <p:cNvSpPr txBox="1"/>
            <p:nvPr/>
          </p:nvSpPr>
          <p:spPr>
            <a:xfrm>
              <a:off x="1973502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64B77FD2-72AA-F21A-B47E-1394F45067EA}"/>
                </a:ext>
              </a:extLst>
            </p:cNvPr>
            <p:cNvSpPr txBox="1"/>
            <p:nvPr/>
          </p:nvSpPr>
          <p:spPr>
            <a:xfrm>
              <a:off x="3312954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AA07B943-B9D8-8203-84B9-7A8DAC21336E}"/>
                </a:ext>
              </a:extLst>
            </p:cNvPr>
            <p:cNvSpPr txBox="1"/>
            <p:nvPr/>
          </p:nvSpPr>
          <p:spPr>
            <a:xfrm>
              <a:off x="4663768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F2E5EC94-4BD1-F41E-AB5F-84814361851D}"/>
                </a:ext>
              </a:extLst>
            </p:cNvPr>
            <p:cNvSpPr txBox="1"/>
            <p:nvPr/>
          </p:nvSpPr>
          <p:spPr>
            <a:xfrm>
              <a:off x="6016472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B74996D2-83EA-324E-B4D5-C6F8D6A70545}"/>
                </a:ext>
              </a:extLst>
            </p:cNvPr>
            <p:cNvSpPr txBox="1"/>
            <p:nvPr/>
          </p:nvSpPr>
          <p:spPr>
            <a:xfrm>
              <a:off x="634219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5AA437B0-3DF7-8792-C949-AEFDBBEF4E0E}"/>
                </a:ext>
              </a:extLst>
            </p:cNvPr>
            <p:cNvSpPr txBox="1"/>
            <p:nvPr/>
          </p:nvSpPr>
          <p:spPr>
            <a:xfrm>
              <a:off x="1983608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85885D21-7E30-4FD7-4B51-FFC5C9E01971}"/>
                </a:ext>
              </a:extLst>
            </p:cNvPr>
            <p:cNvSpPr txBox="1"/>
            <p:nvPr/>
          </p:nvSpPr>
          <p:spPr>
            <a:xfrm>
              <a:off x="3323060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EF056E94-46F2-CE92-FE8D-5AC598CE0938}"/>
                </a:ext>
              </a:extLst>
            </p:cNvPr>
            <p:cNvSpPr txBox="1"/>
            <p:nvPr/>
          </p:nvSpPr>
          <p:spPr>
            <a:xfrm>
              <a:off x="4673874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236B7792-99C2-9244-3FFF-C09B167B847B}"/>
                </a:ext>
              </a:extLst>
            </p:cNvPr>
            <p:cNvSpPr txBox="1"/>
            <p:nvPr/>
          </p:nvSpPr>
          <p:spPr>
            <a:xfrm>
              <a:off x="6026578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127C872D-2C20-8DB0-6B97-75C23AE5D4B8}"/>
                </a:ext>
              </a:extLst>
            </p:cNvPr>
            <p:cNvSpPr txBox="1"/>
            <p:nvPr/>
          </p:nvSpPr>
          <p:spPr>
            <a:xfrm>
              <a:off x="618003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85E07E6E-F7A5-80AE-D8EC-4D2161490394}"/>
                </a:ext>
              </a:extLst>
            </p:cNvPr>
            <p:cNvSpPr txBox="1"/>
            <p:nvPr/>
          </p:nvSpPr>
          <p:spPr>
            <a:xfrm>
              <a:off x="196739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B58B3BA1-09B0-2943-ECE7-3557B1ED3554}"/>
                </a:ext>
              </a:extLst>
            </p:cNvPr>
            <p:cNvSpPr txBox="1"/>
            <p:nvPr/>
          </p:nvSpPr>
          <p:spPr>
            <a:xfrm>
              <a:off x="3306844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E9F9D10D-19C2-2D0D-E4CA-97FA89255B00}"/>
                </a:ext>
              </a:extLst>
            </p:cNvPr>
            <p:cNvSpPr txBox="1"/>
            <p:nvPr/>
          </p:nvSpPr>
          <p:spPr>
            <a:xfrm>
              <a:off x="4657658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CEFD934B-BACF-1C8E-E7EF-FA836B55D850}"/>
                </a:ext>
              </a:extLst>
            </p:cNvPr>
            <p:cNvSpPr txBox="1"/>
            <p:nvPr/>
          </p:nvSpPr>
          <p:spPr>
            <a:xfrm>
              <a:off x="601036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66C5E800-606C-1FFD-9FF2-54A4BF658E52}"/>
                </a:ext>
              </a:extLst>
            </p:cNvPr>
            <p:cNvSpPr txBox="1"/>
            <p:nvPr/>
          </p:nvSpPr>
          <p:spPr>
            <a:xfrm>
              <a:off x="618003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4D42620D-5186-D037-E35F-E82DE68E7C09}"/>
                </a:ext>
              </a:extLst>
            </p:cNvPr>
            <p:cNvSpPr txBox="1"/>
            <p:nvPr/>
          </p:nvSpPr>
          <p:spPr>
            <a:xfrm>
              <a:off x="1967392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C3B34E7E-0FB2-D250-4348-20F954F99632}"/>
                </a:ext>
              </a:extLst>
            </p:cNvPr>
            <p:cNvSpPr txBox="1"/>
            <p:nvPr/>
          </p:nvSpPr>
          <p:spPr>
            <a:xfrm>
              <a:off x="3306844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32F5CA06-842C-AD75-303A-8E0F0839D276}"/>
                </a:ext>
              </a:extLst>
            </p:cNvPr>
            <p:cNvSpPr txBox="1"/>
            <p:nvPr/>
          </p:nvSpPr>
          <p:spPr>
            <a:xfrm>
              <a:off x="4657658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8790FC5F-F78A-5642-9FE5-EC1EB811A74C}"/>
                </a:ext>
              </a:extLst>
            </p:cNvPr>
            <p:cNvSpPr txBox="1"/>
            <p:nvPr/>
          </p:nvSpPr>
          <p:spPr>
            <a:xfrm>
              <a:off x="6010362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id="{D4F54ACC-C836-55AB-17DE-DA86567FD3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id="{FA3C1157-1A6D-890B-7939-1415374C99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9E9FD33F-0513-C984-78E9-807AB60453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5DF0D8E7-C17C-C1F8-3E20-42AA129D4C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75E53199-72A0-9C1B-921A-89A6630673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2FEF0A49-BCAE-A2A9-19F5-CF2EC4E43D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F7465C5C-9127-F2A2-A6B0-26D147D098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F12780C7-54D5-5DA8-A055-A817981AE5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FF48C57C-F007-1779-3F24-6E280980D6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C15F1AF0-8969-A961-54E3-5142721ABB6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CF907B85-178C-CF30-78AD-A740EECCE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19B18A0F-B5B4-DE08-21AB-F77ABBE9BA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7F2F9D18-F8A7-71CE-D400-261A79815C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A2053DD5-0713-B27E-ECDB-286BE142A8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F09F4E68-4AA1-3D5B-EB24-1C65E2D02E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07E595B-84EB-965D-EB5D-069DE7D861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A29E2849-0F5C-AC92-AAD9-052E9A8291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id="{23FA7648-E9CA-1BF7-5DC4-53904CDD6C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106504F6-EE7F-831A-632C-BBC8FAF7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2468A31B-BCBC-F3C8-45F7-65F2367626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50A60D90-30B0-622E-52B0-B1EF15BEF8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83A1C54E-9242-253A-AE6E-85F54F7D5F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644F020F-9655-59B5-827B-A3DFC080BE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5AC038F3-9013-4F6F-2902-96ABE967BB7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48D770FC-4CD6-449F-C8C4-65E02997FD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C83E158F-7A33-A88A-C9BE-7E0628D26F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E5163A8A-A4B0-E9FB-3304-D597A96CB0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48320F9F-7D7D-3A20-AFD2-CE863FA412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6" name="Google Shape;92;p2">
              <a:extLst>
                <a:ext uri="{FF2B5EF4-FFF2-40B4-BE49-F238E27FC236}">
                  <a16:creationId xmlns:a16="http://schemas.microsoft.com/office/drawing/2014/main" id="{F7A07CCA-DA0D-75C0-189F-09539FC9A2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C1F2CE56-BE04-A21F-35E5-277DE52F4B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E0B5B321-5409-DB55-5F73-7A75EAFC6E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157FB7EB-0781-79A6-40C3-825CE447A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16D91D3D-6568-4796-0D60-49A9077A89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AA4889BD-252C-BBD3-F139-7A6802F785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CFD1BCD7-6011-6E64-4768-FAA9EE3FE9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EA07DC0-FDF9-10AA-D397-829BB7B649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5BD54C32-2578-F6EA-0E13-AEA08429C4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A9A89372-DFBE-B24B-65EA-42602AF4DA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89186463-9439-B175-19DF-1EF734B6E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AEB2AE3F-D422-C308-DF55-18DCFB5C82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B6A13F99-FF1D-AF67-F24E-BCC50AC71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1BBE57B4-E5E0-9644-447E-5492AC28D0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1BFB3B3B-ABC7-507F-FBDB-0C2C9EA6B7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82EACDAE-36C3-040C-60E5-8B7528D1D6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E71DE738-B87C-894E-01CE-0877DBFF20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9E94C39D-B3E6-590E-F5E8-07BDCB2B52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42F1A232-9FBF-9385-5D6B-6C385E3C40E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6FE22FB3-FFF1-F06B-C63A-65B1CB24F3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7" name="Google Shape;112;p2">
              <a:extLst>
                <a:ext uri="{FF2B5EF4-FFF2-40B4-BE49-F238E27FC236}">
                  <a16:creationId xmlns:a16="http://schemas.microsoft.com/office/drawing/2014/main" id="{423D5A6A-93D4-17A1-E679-A6ADFD3E9D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C431CF59-27BE-7A1E-7EFC-13B6F16D65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1B9D322-B6D6-F153-0998-360AEEAC57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A37FD9E1-F451-1DFD-75E1-0EDEB72183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6BDCA38B-BD92-7FBF-FEA3-050AC402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8B73FD0-964D-FCAB-5381-0200B9F22A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9C0998D0-086F-1C65-881C-966D24F4D1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C0D05527-8800-8275-316F-09C1F78237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2BCDA728-405D-373F-88FD-F84D5CC1DE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B04D4C47-2670-5425-2B4C-50773E5190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22609A62-F0EB-5DE2-7E9F-DC6D737831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90450AE8-2AFE-8D7B-144D-66E3B0B27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4B74368A-9014-0746-DFBA-FD356BF2FC1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C80C6EFE-DF29-4026-37C1-DBD688BB9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718B31A8-87C4-1B02-6854-2E0E72CFD1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58BAFDB0-AA63-DC1F-1A11-2E1DB33897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28;p2">
              <a:extLst>
                <a:ext uri="{FF2B5EF4-FFF2-40B4-BE49-F238E27FC236}">
                  <a16:creationId xmlns:a16="http://schemas.microsoft.com/office/drawing/2014/main" id="{57820FC7-7ED2-EF94-D77B-3416B45D8C6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9C98533B-2B41-A181-42A7-511B36E22B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7A298263-7795-8927-829F-6C445C396E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BD679871-5ED7-96B5-A4DA-0E324182B5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3AC75839-87A9-9C45-6675-89B09097EA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947CC78C-8E7B-B620-AA34-858EFC1CB1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77FBDF2C-7ABD-C7B5-304A-4FF4F57ACE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7FC7749D-1038-D6F5-96AE-A5044125B6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0" name="Google Shape;136;p2">
              <a:extLst>
                <a:ext uri="{FF2B5EF4-FFF2-40B4-BE49-F238E27FC236}">
                  <a16:creationId xmlns:a16="http://schemas.microsoft.com/office/drawing/2014/main" id="{FE0FCD89-38AA-B9FF-F7C1-2EE0555D10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E9010D6A-73E1-6CB3-1B7D-FEB12BF951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019D61EC-47B6-BBDC-084A-779461877D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B6E7BACD-CA76-9FC5-2D50-F0E62E3513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DBDB6C3D-CB80-9DE5-47AD-9FDD5BE924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93DA151-C0CF-5228-E72B-7B614A9C19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31ED93E-86A0-977B-4B71-82C11DB371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18F92C2F-47FF-71B7-6C30-A04A24232D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1" name="Google Shape;144;p2">
              <a:extLst>
                <a:ext uri="{FF2B5EF4-FFF2-40B4-BE49-F238E27FC236}">
                  <a16:creationId xmlns:a16="http://schemas.microsoft.com/office/drawing/2014/main" id="{985FC2BE-5920-2CAF-08D4-959E64A43D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6F519C3-5A1A-09EB-5265-00DA1120AC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7A909739-C3BD-DDB7-2C2F-7145D96C70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F2A929F-3514-F43E-CE3B-86CE97196B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7DEB3F63-D487-B2B3-C2BB-736C5C40D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4E21891F-FF7E-EC56-C974-BE3775E736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5FA0BC73-506B-DC51-D350-013BB8A819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36DCC3BA-B46D-B30B-FDF3-14DA51C0FE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B1748CEB-D7EC-0E6D-0D94-0CD41A8EA2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D951AFB7-C85A-6BDF-250C-8A622C1B2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98F29528-F2BD-C93B-0E17-B9B3E4BBB3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3" name="Google Shape;155;p2">
              <a:extLst>
                <a:ext uri="{FF2B5EF4-FFF2-40B4-BE49-F238E27FC236}">
                  <a16:creationId xmlns:a16="http://schemas.microsoft.com/office/drawing/2014/main" id="{5A770D88-4440-83BA-1D5B-971981D638A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072BFBE8-F034-5CD7-7E15-BDA05F1E11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8547EB1-2AA2-D9BD-27CA-04F108714D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C2472EF7-AF1A-B480-5878-1E62E91BAD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665A6529-BC69-EB67-336F-0B065FF5F2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8D4BA7D9-1065-0AFD-9B6C-5B02485A3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17D2CB5-BA60-D480-2411-081BDCE35B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5EF33124-93E1-F090-F980-D08BF8DF00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51528D44-9147-6352-088C-E076E94FDA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8A91670D-00B3-6F8D-1361-6FF6E70B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4F318BF9-2579-2057-915C-C5C7960032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4" name="그룹 6">
            <a:extLst>
              <a:ext uri="{FF2B5EF4-FFF2-40B4-BE49-F238E27FC236}">
                <a16:creationId xmlns:a16="http://schemas.microsoft.com/office/drawing/2014/main" id="{35A1ABD2-C8C6-27C4-6A46-C2AC9FD9CB91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8" name="Google Shape;25;p2">
              <a:extLst>
                <a:ext uri="{FF2B5EF4-FFF2-40B4-BE49-F238E27FC236}">
                  <a16:creationId xmlns:a16="http://schemas.microsoft.com/office/drawing/2014/main" id="{7925A27E-D471-1ED5-68BA-3560AAB5070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id="{70C88EE2-08A6-99F8-EB91-146804668364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0" name="Google Shape;25;p2">
              <a:extLst>
                <a:ext uri="{FF2B5EF4-FFF2-40B4-BE49-F238E27FC236}">
                  <a16:creationId xmlns:a16="http://schemas.microsoft.com/office/drawing/2014/main" id="{6CF7978B-9F98-C4DE-6DE4-8A4E8C804F8A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5;p2">
              <a:extLst>
                <a:ext uri="{FF2B5EF4-FFF2-40B4-BE49-F238E27FC236}">
                  <a16:creationId xmlns:a16="http://schemas.microsoft.com/office/drawing/2014/main" id="{5F4E2C5D-BD47-87F7-D128-3C4A0745EFDD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1203737C-C21C-DB8F-138E-9CBD1453D131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6;p2">
              <a:extLst>
                <a:ext uri="{FF2B5EF4-FFF2-40B4-BE49-F238E27FC236}">
                  <a16:creationId xmlns:a16="http://schemas.microsoft.com/office/drawing/2014/main" id="{3891BC9D-ED4C-0D10-938D-AD84A83485C4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9;p2">
              <a:extLst>
                <a:ext uri="{FF2B5EF4-FFF2-40B4-BE49-F238E27FC236}">
                  <a16:creationId xmlns:a16="http://schemas.microsoft.com/office/drawing/2014/main" id="{D8ED7B34-1E14-313B-641A-FF1221423749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32;p2">
              <a:extLst>
                <a:ext uri="{FF2B5EF4-FFF2-40B4-BE49-F238E27FC236}">
                  <a16:creationId xmlns:a16="http://schemas.microsoft.com/office/drawing/2014/main" id="{ACAEDDAF-B645-4FD5-037F-D5E552C4D064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35;p2">
              <a:extLst>
                <a:ext uri="{FF2B5EF4-FFF2-40B4-BE49-F238E27FC236}">
                  <a16:creationId xmlns:a16="http://schemas.microsoft.com/office/drawing/2014/main" id="{60A0B7AE-168C-23A3-10D4-4A742C35800E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63;p2">
              <a:extLst>
                <a:ext uri="{FF2B5EF4-FFF2-40B4-BE49-F238E27FC236}">
                  <a16:creationId xmlns:a16="http://schemas.microsoft.com/office/drawing/2014/main" id="{C1B9ABF5-24D7-FC24-518E-6E808C47B1E0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32" name="Google Shape;22;p2">
            <a:extLst>
              <a:ext uri="{FF2B5EF4-FFF2-40B4-BE49-F238E27FC236}">
                <a16:creationId xmlns:a16="http://schemas.microsoft.com/office/drawing/2014/main" id="{5E16A108-440C-6458-604B-C59DCA9D78AC}"/>
              </a:ext>
            </a:extLst>
          </p:cNvPr>
          <p:cNvSpPr txBox="1"/>
          <p:nvPr/>
        </p:nvSpPr>
        <p:spPr>
          <a:xfrm>
            <a:off x="2063857" y="5135513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설날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33" name="그룹 165"/>
          <p:cNvGrpSpPr/>
          <p:nvPr/>
        </p:nvGrpSpPr>
        <p:grpSpPr>
          <a:xfrm>
            <a:off x="144368" y="9329099"/>
            <a:ext cx="7462140" cy="1243377"/>
            <a:chOff x="144368" y="9329099"/>
            <a:chExt cx="7326612" cy="1243377"/>
          </a:xfrm>
        </p:grpSpPr>
        <p:pic>
          <p:nvPicPr>
            <p:cNvPr id="167" name="그래픽 118">
              <a:extLst>
                <a:ext uri="{FF2B5EF4-FFF2-40B4-BE49-F238E27FC236}">
                  <a16:creationId xmlns:a16="http://schemas.microsoft.com/office/drawing/2014/main" id="{49CFC1FD-A8A0-1996-0181-4EC705A5FE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376141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8" name="Google Shape;92;p1"/>
            <p:cNvSpPr txBox="1"/>
            <p:nvPr/>
          </p:nvSpPr>
          <p:spPr bwMode="auto">
            <a:xfrm>
              <a:off x="1230075" y="9329099"/>
              <a:ext cx="6240905" cy="1243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>
              <a:spAutoFit/>
            </a:bodyPr>
            <a:lstStyle/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●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원산지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표시안내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endParaRPr sz="85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쌀(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유기농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현미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흑미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찹쌀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친환경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소(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육우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돼지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닭(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오리고기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두부,콩비지,콩국수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(콩-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배추김치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배추-국내산,고춧가루-국내산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삼치,아귀,오징어,고등어,꽃게,패류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국내산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새우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베트남산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명태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러시아산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참치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원양산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가다랭이포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인도네시아산</a:t>
              </a:r>
              <a:r>
                <a:rPr 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</a:t>
              </a:r>
              <a:endParaRPr sz="85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>
                <a:lnSpc>
                  <a:spcPct val="80000"/>
                </a:lnSpc>
                <a:defRPr/>
              </a:pP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①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난류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②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유제품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③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메밀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④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사과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⑤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대두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⑥밀 ⑦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생선류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⑧게 ⑨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새우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⑩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돼지고기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⑪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복숭아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⑫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토마토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⑬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닭류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⑭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쇠고기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⑮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오징어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⑯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양고기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⑰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조개류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굴,전복,홍합포함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 ⑱</a:t>
              </a:r>
              <a:r>
                <a:rPr lang="en-US" sz="850" dirty="0" err="1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파인애플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en-US" sz="850" dirty="0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en-US" altLang="ko-KR" sz="850" dirty="0" smtClean="0">
                  <a:solidFill>
                    <a:srgbClr val="C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☆</a:t>
              </a:r>
              <a:r>
                <a:rPr lang="en-US" sz="850" dirty="0" err="1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과일은</a:t>
              </a:r>
              <a:r>
                <a:rPr lang="en-US" sz="850" dirty="0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제철과일로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제공되고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있으며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해당과일에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따른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알러지케어가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이루어지고</a:t>
              </a:r>
              <a:r>
                <a:rPr lang="en-US" sz="850" dirty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850" dirty="0" err="1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있습니다</a:t>
              </a:r>
              <a:r>
                <a:rPr lang="en-US" sz="850" dirty="0" smtClean="0">
                  <a:solidFill>
                    <a:srgbClr val="C0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  <a:endParaRPr lang="en-US" sz="850" dirty="0">
                <a:solidFill>
                  <a:srgbClr val="C0000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  <a:sym typeface="Arial"/>
              </a:endParaRP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●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영양성분 안내</a:t>
              </a:r>
              <a:endParaRPr lang="en-US" altLang="ko-KR" sz="850" dirty="0">
                <a:solidFill>
                  <a:srgbClr val="49464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  <a:sym typeface="Arial"/>
              </a:endParaRP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Kcal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 calorie(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칼로리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,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열량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C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 carbohydrate(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탄수화물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P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:protein(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단백질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),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F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:fat(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지방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)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을 의미하며 </a:t>
              </a:r>
              <a:r>
                <a:rPr lang="en-US" altLang="ko-KR" sz="850" b="1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C,P,F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옆의 숫자는 식품에 함유된 각 영양성분의 무게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(g)</a:t>
              </a:r>
              <a:r>
                <a:rPr lang="ko-KR" altLang="en-US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를 의미합니다</a:t>
              </a:r>
              <a:r>
                <a:rPr lang="en-US" altLang="ko-KR" sz="850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</a:p>
            <a:p>
              <a:pPr eaLnBrk="1" fontAlgn="auto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1</a:t>
              </a:r>
              <a:r>
                <a:rPr lang="ko-KR" altLang="en-US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인 평균 </a:t>
              </a:r>
              <a:r>
                <a:rPr lang="ko-KR" altLang="en-US" sz="850" dirty="0" err="1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제공량</a:t>
              </a:r>
              <a:r>
                <a:rPr lang="ko-KR" altLang="en-US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기준으로 작성되었으며</a:t>
              </a:r>
              <a:r>
                <a:rPr lang="en-US" altLang="ko-KR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 </a:t>
              </a:r>
              <a:r>
                <a:rPr lang="ko-KR" altLang="en-US" sz="850" dirty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개인의 섭취량에 따라 달라질 수 </a:t>
              </a:r>
              <a:r>
                <a:rPr lang="ko-KR" altLang="en-US" sz="850" dirty="0" smtClean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있습니다</a:t>
              </a:r>
              <a:r>
                <a:rPr lang="en-US" altLang="ko-KR" sz="850" dirty="0" smtClean="0"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</a:t>
              </a:r>
              <a:r>
                <a:rPr lang="ko-KR" altLang="en-US" sz="850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*위 식단은 식품수급에 따라 변경될 수 있습니다</a:t>
              </a:r>
              <a:r>
                <a:rPr lang="en-US" altLang="ko-KR" sz="850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endParaRPr lang="ko-KR" altLang="en-US" sz="85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lvl="0">
                <a:lnSpc>
                  <a:spcPct val="80000"/>
                </a:lnSpc>
                <a:buClr>
                  <a:srgbClr val="494640"/>
                </a:buClr>
                <a:buSzPts val="800"/>
              </a:pP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altLang="ko-KR" sz="850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Kizmeal</a:t>
              </a: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박상아</a:t>
              </a:r>
              <a:r>
                <a:rPr lang="en-US" altLang="ko-KR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영양사 </a:t>
              </a:r>
              <a:r>
                <a:rPr lang="en-US" altLang="ko-KR" sz="850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I qlqlem5@kizmeal.com I www. Kizmeal.com</a:t>
              </a:r>
              <a:endParaRPr lang="ko-KR" altLang="en-US" sz="850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169" name="Google Shape;21;p2">
            <a:extLst>
              <a:ext uri="{FF2B5EF4-FFF2-40B4-BE49-F238E27FC236}">
                <a16:creationId xmlns:a16="http://schemas.microsoft.com/office/drawing/2014/main" id="{E90938C5-ACDB-8923-8B6C-9191A270825A}"/>
              </a:ext>
            </a:extLst>
          </p:cNvPr>
          <p:cNvSpPr txBox="1"/>
          <p:nvPr/>
        </p:nvSpPr>
        <p:spPr>
          <a:xfrm>
            <a:off x="5847128" y="648681"/>
            <a:ext cx="1430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KIS(International)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55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803596" y="5144809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6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303301" y="5122284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1D63AE0E-9434-A5B9-E96F-7C66DDF8AE54}"/>
              </a:ext>
            </a:extLst>
          </p:cNvPr>
          <p:cNvGrpSpPr/>
          <p:nvPr/>
        </p:nvGrpSpPr>
        <p:grpSpPr>
          <a:xfrm>
            <a:off x="488584" y="7777260"/>
            <a:ext cx="3089415" cy="1467455"/>
            <a:chOff x="637928" y="4881932"/>
            <a:chExt cx="4022651" cy="1467455"/>
          </a:xfrm>
        </p:grpSpPr>
        <p:pic>
          <p:nvPicPr>
            <p:cNvPr id="171" name="그래픽 17">
              <a:extLst>
                <a:ext uri="{FF2B5EF4-FFF2-40B4-BE49-F238E27FC236}">
                  <a16:creationId xmlns:a16="http://schemas.microsoft.com/office/drawing/2014/main" id="{49278155-C044-36EC-7920-08C7187C7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5469" y="4903685"/>
              <a:ext cx="2804277" cy="1068116"/>
            </a:xfrm>
            <a:prstGeom prst="rect">
              <a:avLst/>
            </a:prstGeom>
          </p:spPr>
        </p:pic>
        <p:pic>
          <p:nvPicPr>
            <p:cNvPr id="172" name="그래픽 19">
              <a:extLst>
                <a:ext uri="{FF2B5EF4-FFF2-40B4-BE49-F238E27FC236}">
                  <a16:creationId xmlns:a16="http://schemas.microsoft.com/office/drawing/2014/main" id="{551D1964-21FD-F3AE-3064-5D5B8414E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928" y="5845921"/>
              <a:ext cx="4022651" cy="503466"/>
            </a:xfrm>
            <a:prstGeom prst="rect">
              <a:avLst/>
            </a:prstGeom>
          </p:spPr>
        </p:pic>
        <p:pic>
          <p:nvPicPr>
            <p:cNvPr id="173" name="그래픽 22">
              <a:extLst>
                <a:ext uri="{FF2B5EF4-FFF2-40B4-BE49-F238E27FC236}">
                  <a16:creationId xmlns:a16="http://schemas.microsoft.com/office/drawing/2014/main" id="{029817D2-EF20-ABEA-6F6B-BF06433C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17925" y="4881932"/>
              <a:ext cx="1106016" cy="1353962"/>
            </a:xfrm>
            <a:prstGeom prst="rect">
              <a:avLst/>
            </a:prstGeom>
          </p:spPr>
        </p:pic>
        <p:pic>
          <p:nvPicPr>
            <p:cNvPr id="174" name="그래픽 23">
              <a:extLst>
                <a:ext uri="{FF2B5EF4-FFF2-40B4-BE49-F238E27FC236}">
                  <a16:creationId xmlns:a16="http://schemas.microsoft.com/office/drawing/2014/main" id="{02B1CBE7-4E17-94DE-5B57-5D262FF44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4494" y="5525276"/>
              <a:ext cx="659097" cy="705523"/>
            </a:xfrm>
            <a:prstGeom prst="rect">
              <a:avLst/>
            </a:prstGeom>
          </p:spPr>
        </p:pic>
        <p:pic>
          <p:nvPicPr>
            <p:cNvPr id="175" name="그래픽 24">
              <a:extLst>
                <a:ext uri="{FF2B5EF4-FFF2-40B4-BE49-F238E27FC236}">
                  <a16:creationId xmlns:a16="http://schemas.microsoft.com/office/drawing/2014/main" id="{C71D99F9-42E9-9F1D-5D34-8345483CE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10232" y="5742863"/>
              <a:ext cx="557862" cy="376728"/>
            </a:xfrm>
            <a:prstGeom prst="rect">
              <a:avLst/>
            </a:prstGeom>
          </p:spPr>
        </p:pic>
        <p:pic>
          <p:nvPicPr>
            <p:cNvPr id="176" name="그래픽 25">
              <a:extLst>
                <a:ext uri="{FF2B5EF4-FFF2-40B4-BE49-F238E27FC236}">
                  <a16:creationId xmlns:a16="http://schemas.microsoft.com/office/drawing/2014/main" id="{1AC498BE-0833-1B08-683F-4950CF27A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26943" y="5942261"/>
              <a:ext cx="280132" cy="204018"/>
            </a:xfrm>
            <a:prstGeom prst="rect">
              <a:avLst/>
            </a:prstGeom>
          </p:spPr>
        </p:pic>
      </p:grpSp>
      <p:pic>
        <p:nvPicPr>
          <p:cNvPr id="177" name="그림 17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19" y="7743111"/>
            <a:ext cx="1697180" cy="400765"/>
          </a:xfrm>
          <a:prstGeom prst="rect">
            <a:avLst/>
          </a:prstGeom>
        </p:spPr>
      </p:pic>
      <p:pic>
        <p:nvPicPr>
          <p:cNvPr id="178" name="그림 17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81" y="7803054"/>
            <a:ext cx="321339" cy="320330"/>
          </a:xfrm>
          <a:prstGeom prst="rect">
            <a:avLst/>
          </a:prstGeom>
        </p:spPr>
      </p:pic>
      <p:sp>
        <p:nvSpPr>
          <p:cNvPr id="179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664712" y="7770297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월의 추천 식재료</a:t>
            </a:r>
            <a:endParaRPr lang="en-US" altLang="ko-KR" sz="1200" b="1" dirty="0" smtClean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80" name="그림 179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109" y="7868346"/>
            <a:ext cx="851993" cy="610460"/>
          </a:xfrm>
          <a:prstGeom prst="rect">
            <a:avLst/>
          </a:prstGeom>
        </p:spPr>
      </p:pic>
      <p:pic>
        <p:nvPicPr>
          <p:cNvPr id="181" name="그림 180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50" y="7641107"/>
            <a:ext cx="1088712" cy="106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1108928B-F403-BDB5-1D95-CB8E67C7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8D31BFA-9753-0686-86B3-8BE30A67DA4F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FEB.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50898BB-B0C8-3185-3F44-DFC67705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6205153"/>
              </p:ext>
            </p:extLst>
          </p:nvPr>
        </p:nvGraphicFramePr>
        <p:xfrm>
          <a:off x="194988" y="1156201"/>
          <a:ext cx="7166525" cy="8176092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ko-KR" alt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lang="ko-KR" altLang="en-US"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F8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256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week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3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Snack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36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</a:t>
                      </a: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꼬막은 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‘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고단백 저지방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’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식품의 대명사입니다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꼬막에 풍부한 양질의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단백질과 필수 아미노산은 근육 형성과 유지에 도움을 주며 다량 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함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유된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칼슘은 뼈를  튼튼하게 만들어줍니다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봄동은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비타민과 식이섬유가 풍부하여 아이들의 면역력과 장 건강에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도움을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주는 제철 채소입니다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  <a:endParaRPr lang="en-US" altLang="ko-KR" sz="1000" b="1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2" name="Google Shape;36;p2">
            <a:extLst>
              <a:ext uri="{FF2B5EF4-FFF2-40B4-BE49-F238E27FC236}">
                <a16:creationId xmlns:a16="http://schemas.microsoft.com/office/drawing/2014/main" id="{52B35E61-F9B2-43EB-CF79-69D29D8D61E6}"/>
              </a:ext>
            </a:extLst>
          </p:cNvPr>
          <p:cNvGrpSpPr/>
          <p:nvPr/>
        </p:nvGrpSpPr>
        <p:grpSpPr>
          <a:xfrm>
            <a:off x="637928" y="1188647"/>
            <a:ext cx="5677110" cy="5109483"/>
            <a:chOff x="618003" y="1173149"/>
            <a:chExt cx="5677110" cy="5109483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063CC2E3-1190-0D35-306D-CC27281163C9}"/>
                </a:ext>
              </a:extLst>
            </p:cNvPr>
            <p:cNvSpPr txBox="1"/>
            <p:nvPr/>
          </p:nvSpPr>
          <p:spPr>
            <a:xfrm>
              <a:off x="624113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8" name="Google Shape;38;p2">
              <a:extLst>
                <a:ext uri="{FF2B5EF4-FFF2-40B4-BE49-F238E27FC236}">
                  <a16:creationId xmlns:a16="http://schemas.microsoft.com/office/drawing/2014/main" id="{2BFEC8AC-3508-D084-2271-BE8BFED34560}"/>
                </a:ext>
              </a:extLst>
            </p:cNvPr>
            <p:cNvSpPr txBox="1"/>
            <p:nvPr/>
          </p:nvSpPr>
          <p:spPr>
            <a:xfrm>
              <a:off x="1973502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64B77FD2-72AA-F21A-B47E-1394F45067EA}"/>
                </a:ext>
              </a:extLst>
            </p:cNvPr>
            <p:cNvSpPr txBox="1"/>
            <p:nvPr/>
          </p:nvSpPr>
          <p:spPr>
            <a:xfrm>
              <a:off x="3312954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AA07B943-B9D8-8203-84B9-7A8DAC21336E}"/>
                </a:ext>
              </a:extLst>
            </p:cNvPr>
            <p:cNvSpPr txBox="1"/>
            <p:nvPr/>
          </p:nvSpPr>
          <p:spPr>
            <a:xfrm>
              <a:off x="4663768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F2E5EC94-4BD1-F41E-AB5F-84814361851D}"/>
                </a:ext>
              </a:extLst>
            </p:cNvPr>
            <p:cNvSpPr txBox="1"/>
            <p:nvPr/>
          </p:nvSpPr>
          <p:spPr>
            <a:xfrm>
              <a:off x="6016472" y="117314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B74996D2-83EA-324E-B4D5-C6F8D6A70545}"/>
                </a:ext>
              </a:extLst>
            </p:cNvPr>
            <p:cNvSpPr txBox="1"/>
            <p:nvPr/>
          </p:nvSpPr>
          <p:spPr>
            <a:xfrm>
              <a:off x="634219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5AA437B0-3DF7-8792-C949-AEFDBBEF4E0E}"/>
                </a:ext>
              </a:extLst>
            </p:cNvPr>
            <p:cNvSpPr txBox="1"/>
            <p:nvPr/>
          </p:nvSpPr>
          <p:spPr>
            <a:xfrm>
              <a:off x="1983608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85885D21-7E30-4FD7-4B51-FFC5C9E01971}"/>
                </a:ext>
              </a:extLst>
            </p:cNvPr>
            <p:cNvSpPr txBox="1"/>
            <p:nvPr/>
          </p:nvSpPr>
          <p:spPr>
            <a:xfrm>
              <a:off x="3323060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EF056E94-46F2-CE92-FE8D-5AC598CE0938}"/>
                </a:ext>
              </a:extLst>
            </p:cNvPr>
            <p:cNvSpPr txBox="1"/>
            <p:nvPr/>
          </p:nvSpPr>
          <p:spPr>
            <a:xfrm>
              <a:off x="4673874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236B7792-99C2-9244-3FFF-C09B167B847B}"/>
                </a:ext>
              </a:extLst>
            </p:cNvPr>
            <p:cNvSpPr txBox="1"/>
            <p:nvPr/>
          </p:nvSpPr>
          <p:spPr>
            <a:xfrm>
              <a:off x="6026578" y="279923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127C872D-2C20-8DB0-6B97-75C23AE5D4B8}"/>
                </a:ext>
              </a:extLst>
            </p:cNvPr>
            <p:cNvSpPr txBox="1"/>
            <p:nvPr/>
          </p:nvSpPr>
          <p:spPr>
            <a:xfrm>
              <a:off x="618003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85E07E6E-F7A5-80AE-D8EC-4D2161490394}"/>
                </a:ext>
              </a:extLst>
            </p:cNvPr>
            <p:cNvSpPr txBox="1"/>
            <p:nvPr/>
          </p:nvSpPr>
          <p:spPr>
            <a:xfrm>
              <a:off x="196739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B58B3BA1-09B0-2943-ECE7-3557B1ED3554}"/>
                </a:ext>
              </a:extLst>
            </p:cNvPr>
            <p:cNvSpPr txBox="1"/>
            <p:nvPr/>
          </p:nvSpPr>
          <p:spPr>
            <a:xfrm>
              <a:off x="3306844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E9F9D10D-19C2-2D0D-E4CA-97FA89255B00}"/>
                </a:ext>
              </a:extLst>
            </p:cNvPr>
            <p:cNvSpPr txBox="1"/>
            <p:nvPr/>
          </p:nvSpPr>
          <p:spPr>
            <a:xfrm>
              <a:off x="4657658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CEFD934B-BACF-1C8E-E7EF-FA836B55D850}"/>
                </a:ext>
              </a:extLst>
            </p:cNvPr>
            <p:cNvSpPr txBox="1"/>
            <p:nvPr/>
          </p:nvSpPr>
          <p:spPr>
            <a:xfrm>
              <a:off x="6010362" y="44247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66C5E800-606C-1FFD-9FF2-54A4BF658E52}"/>
                </a:ext>
              </a:extLst>
            </p:cNvPr>
            <p:cNvSpPr txBox="1"/>
            <p:nvPr/>
          </p:nvSpPr>
          <p:spPr>
            <a:xfrm>
              <a:off x="618003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4D42620D-5186-D037-E35F-E82DE68E7C09}"/>
                </a:ext>
              </a:extLst>
            </p:cNvPr>
            <p:cNvSpPr txBox="1"/>
            <p:nvPr/>
          </p:nvSpPr>
          <p:spPr>
            <a:xfrm>
              <a:off x="1967392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C3B34E7E-0FB2-D250-4348-20F954F99632}"/>
                </a:ext>
              </a:extLst>
            </p:cNvPr>
            <p:cNvSpPr txBox="1"/>
            <p:nvPr/>
          </p:nvSpPr>
          <p:spPr>
            <a:xfrm>
              <a:off x="3306844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32F5CA06-842C-AD75-303A-8E0F0839D276}"/>
                </a:ext>
              </a:extLst>
            </p:cNvPr>
            <p:cNvSpPr txBox="1"/>
            <p:nvPr/>
          </p:nvSpPr>
          <p:spPr>
            <a:xfrm>
              <a:off x="4657658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8790FC5F-F78A-5642-9FE5-EC1EB811A74C}"/>
                </a:ext>
              </a:extLst>
            </p:cNvPr>
            <p:cNvSpPr txBox="1"/>
            <p:nvPr/>
          </p:nvSpPr>
          <p:spPr>
            <a:xfrm>
              <a:off x="6010362" y="605189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3" name="Google Shape;64;p2">
            <a:extLst>
              <a:ext uri="{FF2B5EF4-FFF2-40B4-BE49-F238E27FC236}">
                <a16:creationId xmlns:a16="http://schemas.microsoft.com/office/drawing/2014/main" id="{D4F54ACC-C836-55AB-17DE-DA86567FD3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4" name="Google Shape;65;p2">
              <a:extLst>
                <a:ext uri="{FF2B5EF4-FFF2-40B4-BE49-F238E27FC236}">
                  <a16:creationId xmlns:a16="http://schemas.microsoft.com/office/drawing/2014/main" id="{FA3C1157-1A6D-890B-7939-1415374C99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9E9FD33F-0513-C984-78E9-807AB60453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5DF0D8E7-C17C-C1F8-3E20-42AA129D4C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75E53199-72A0-9C1B-921A-89A6630673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2FEF0A49-BCAE-A2A9-19F5-CF2EC4E43D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F7465C5C-9127-F2A2-A6B0-26D147D098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F12780C7-54D5-5DA8-A055-A817981AE5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FF48C57C-F007-1779-3F24-6E280980D6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C15F1AF0-8969-A961-54E3-5142721ABB6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CF907B85-178C-CF30-78AD-A740EECCE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19B18A0F-B5B4-DE08-21AB-F77ABBE9BA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7F2F9D18-F8A7-71CE-D400-261A79815C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A2053DD5-0713-B27E-ECDB-286BE142A8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F09F4E68-4AA1-3D5B-EB24-1C65E2D02E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07E595B-84EB-965D-EB5D-069DE7D861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A29E2849-0F5C-AC92-AAD9-052E9A8291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id="{23FA7648-E9CA-1BF7-5DC4-53904CDD6C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106504F6-EE7F-831A-632C-BBC8FAF7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2468A31B-BCBC-F3C8-45F7-65F2367626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50A60D90-30B0-622E-52B0-B1EF15BEF8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83A1C54E-9242-253A-AE6E-85F54F7D5F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644F020F-9655-59B5-827B-A3DFC080BE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5AC038F3-9013-4F6F-2902-96ABE967BB7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48D770FC-4CD6-449F-C8C4-65E02997FD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C83E158F-7A33-A88A-C9BE-7E0628D26F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E5163A8A-A4B0-E9FB-3304-D597A96CB0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48320F9F-7D7D-3A20-AFD2-CE863FA412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6" name="Google Shape;92;p2">
              <a:extLst>
                <a:ext uri="{FF2B5EF4-FFF2-40B4-BE49-F238E27FC236}">
                  <a16:creationId xmlns:a16="http://schemas.microsoft.com/office/drawing/2014/main" id="{F7A07CCA-DA0D-75C0-189F-09539FC9A2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C1F2CE56-BE04-A21F-35E5-277DE52F4B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E0B5B321-5409-DB55-5F73-7A75EAFC6E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157FB7EB-0781-79A6-40C3-825CE447A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16D91D3D-6568-4796-0D60-49A9077A89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AA4889BD-252C-BBD3-F139-7A6802F785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CFD1BCD7-6011-6E64-4768-FAA9EE3FE9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EA07DC0-FDF9-10AA-D397-829BB7B649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5BD54C32-2578-F6EA-0E13-AEA08429C4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A9A89372-DFBE-B24B-65EA-42602AF4DA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89186463-9439-B175-19DF-1EF734B6E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AEB2AE3F-D422-C308-DF55-18DCFB5C82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B6A13F99-FF1D-AF67-F24E-BCC50AC71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1BBE57B4-E5E0-9644-447E-5492AC28D0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1BFB3B3B-ABC7-507F-FBDB-0C2C9EA6B7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82EACDAE-36C3-040C-60E5-8B7528D1D6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E71DE738-B87C-894E-01CE-0877DBFF20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9E94C39D-B3E6-590E-F5E8-07BDCB2B52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42F1A232-9FBF-9385-5D6B-6C385E3C40E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6FE22FB3-FFF1-F06B-C63A-65B1CB24F3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7" name="Google Shape;112;p2">
              <a:extLst>
                <a:ext uri="{FF2B5EF4-FFF2-40B4-BE49-F238E27FC236}">
                  <a16:creationId xmlns:a16="http://schemas.microsoft.com/office/drawing/2014/main" id="{423D5A6A-93D4-17A1-E679-A6ADFD3E9D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C431CF59-27BE-7A1E-7EFC-13B6F16D65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1B9D322-B6D6-F153-0998-360AEEAC57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A37FD9E1-F451-1DFD-75E1-0EDEB72183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6BDCA38B-BD92-7FBF-FEA3-050AC402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8B73FD0-964D-FCAB-5381-0200B9F22A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9C0998D0-086F-1C65-881C-966D24F4D1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C0D05527-8800-8275-316F-09C1F78237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2BCDA728-405D-373F-88FD-F84D5CC1DE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B04D4C47-2670-5425-2B4C-50773E5190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22609A62-F0EB-5DE2-7E9F-DC6D737831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90450AE8-2AFE-8D7B-144D-66E3B0B27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4B74368A-9014-0746-DFBA-FD356BF2FC1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C80C6EFE-DF29-4026-37C1-DBD688BB9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718B31A8-87C4-1B02-6854-2E0E72CFD1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58BAFDB0-AA63-DC1F-1A11-2E1DB33897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9" name="Google Shape;128;p2">
              <a:extLst>
                <a:ext uri="{FF2B5EF4-FFF2-40B4-BE49-F238E27FC236}">
                  <a16:creationId xmlns:a16="http://schemas.microsoft.com/office/drawing/2014/main" id="{57820FC7-7ED2-EF94-D77B-3416B45D8C6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9C98533B-2B41-A181-42A7-511B36E22B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7A298263-7795-8927-829F-6C445C396E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BD679871-5ED7-96B5-A4DA-0E324182B5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3AC75839-87A9-9C45-6675-89B09097EA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947CC78C-8E7B-B620-AA34-858EFC1CB1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77FBDF2C-7ABD-C7B5-304A-4FF4F57ACE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7FC7749D-1038-D6F5-96AE-A5044125B6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0" name="Google Shape;136;p2">
              <a:extLst>
                <a:ext uri="{FF2B5EF4-FFF2-40B4-BE49-F238E27FC236}">
                  <a16:creationId xmlns:a16="http://schemas.microsoft.com/office/drawing/2014/main" id="{FE0FCD89-38AA-B9FF-F7C1-2EE0555D10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E9010D6A-73E1-6CB3-1B7D-FEB12BF951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019D61EC-47B6-BBDC-084A-779461877D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B6E7BACD-CA76-9FC5-2D50-F0E62E3513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DBDB6C3D-CB80-9DE5-47AD-9FDD5BE924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93DA151-C0CF-5228-E72B-7B614A9C19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31ED93E-86A0-977B-4B71-82C11DB371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18F92C2F-47FF-71B7-6C30-A04A24232D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1" name="Google Shape;144;p2">
              <a:extLst>
                <a:ext uri="{FF2B5EF4-FFF2-40B4-BE49-F238E27FC236}">
                  <a16:creationId xmlns:a16="http://schemas.microsoft.com/office/drawing/2014/main" id="{985FC2BE-5920-2CAF-08D4-959E64A43D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6F519C3-5A1A-09EB-5265-00DA1120AC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7A909739-C3BD-DDB7-2C2F-7145D96C70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F2A929F-3514-F43E-CE3B-86CE97196B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7DEB3F63-D487-B2B3-C2BB-736C5C40D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4E21891F-FF7E-EC56-C974-BE3775E736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5FA0BC73-506B-DC51-D350-013BB8A819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36DCC3BA-B46D-B30B-FDF3-14DA51C0FE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B1748CEB-D7EC-0E6D-0D94-0CD41A8EA2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D951AFB7-C85A-6BDF-250C-8A622C1B2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98F29528-F2BD-C93B-0E17-B9B3E4BBB3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3" name="Google Shape;155;p2">
              <a:extLst>
                <a:ext uri="{FF2B5EF4-FFF2-40B4-BE49-F238E27FC236}">
                  <a16:creationId xmlns:a16="http://schemas.microsoft.com/office/drawing/2014/main" id="{5A770D88-4440-83BA-1D5B-971981D638A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072BFBE8-F034-5CD7-7E15-BDA05F1E11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8547EB1-2AA2-D9BD-27CA-04F108714D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C2472EF7-AF1A-B480-5878-1E62E91BAD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665A6529-BC69-EB67-336F-0B065FF5F2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8D4BA7D9-1065-0AFD-9B6C-5B02485A3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17D2CB5-BA60-D480-2411-081BDCE35B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5EF33124-93E1-F090-F980-D08BF8DF00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51528D44-9147-6352-088C-E076E94FDA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8A91670D-00B3-6F8D-1361-6FF6E70B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4F318BF9-2579-2057-915C-C5C7960032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5" name="그룹 6">
            <a:extLst>
              <a:ext uri="{FF2B5EF4-FFF2-40B4-BE49-F238E27FC236}">
                <a16:creationId xmlns:a16="http://schemas.microsoft.com/office/drawing/2014/main" id="{35A1ABD2-C8C6-27C4-6A46-C2AC9FD9CB91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8" name="Google Shape;25;p2">
              <a:extLst>
                <a:ext uri="{FF2B5EF4-FFF2-40B4-BE49-F238E27FC236}">
                  <a16:creationId xmlns:a16="http://schemas.microsoft.com/office/drawing/2014/main" id="{7925A27E-D471-1ED5-68BA-3560AAB5070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9" name="Google Shape;25;p2">
              <a:extLst>
                <a:ext uri="{FF2B5EF4-FFF2-40B4-BE49-F238E27FC236}">
                  <a16:creationId xmlns:a16="http://schemas.microsoft.com/office/drawing/2014/main" id="{70C88EE2-08A6-99F8-EB91-146804668364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0" name="Google Shape;25;p2">
              <a:extLst>
                <a:ext uri="{FF2B5EF4-FFF2-40B4-BE49-F238E27FC236}">
                  <a16:creationId xmlns:a16="http://schemas.microsoft.com/office/drawing/2014/main" id="{6CF7978B-9F98-C4DE-6DE4-8A4E8C804F8A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1" name="Google Shape;25;p2">
              <a:extLst>
                <a:ext uri="{FF2B5EF4-FFF2-40B4-BE49-F238E27FC236}">
                  <a16:creationId xmlns:a16="http://schemas.microsoft.com/office/drawing/2014/main" id="{5F4E2C5D-BD47-87F7-D128-3C4A0745EFDD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id="{1203737C-C21C-DB8F-138E-9CBD1453D131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6;p2">
              <a:extLst>
                <a:ext uri="{FF2B5EF4-FFF2-40B4-BE49-F238E27FC236}">
                  <a16:creationId xmlns:a16="http://schemas.microsoft.com/office/drawing/2014/main" id="{3891BC9D-ED4C-0D10-938D-AD84A83485C4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9;p2">
              <a:extLst>
                <a:ext uri="{FF2B5EF4-FFF2-40B4-BE49-F238E27FC236}">
                  <a16:creationId xmlns:a16="http://schemas.microsoft.com/office/drawing/2014/main" id="{D8ED7B34-1E14-313B-641A-FF1221423749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32;p2">
              <a:extLst>
                <a:ext uri="{FF2B5EF4-FFF2-40B4-BE49-F238E27FC236}">
                  <a16:creationId xmlns:a16="http://schemas.microsoft.com/office/drawing/2014/main" id="{ACAEDDAF-B645-4FD5-037F-D5E552C4D064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35;p2">
              <a:extLst>
                <a:ext uri="{FF2B5EF4-FFF2-40B4-BE49-F238E27FC236}">
                  <a16:creationId xmlns:a16="http://schemas.microsoft.com/office/drawing/2014/main" id="{60A0B7AE-168C-23A3-10D4-4A742C35800E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63;p2">
              <a:extLst>
                <a:ext uri="{FF2B5EF4-FFF2-40B4-BE49-F238E27FC236}">
                  <a16:creationId xmlns:a16="http://schemas.microsoft.com/office/drawing/2014/main" id="{C1B9ABF5-24D7-FC24-518E-6E808C47B1E0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32" name="Google Shape;22;p2">
            <a:extLst>
              <a:ext uri="{FF2B5EF4-FFF2-40B4-BE49-F238E27FC236}">
                <a16:creationId xmlns:a16="http://schemas.microsoft.com/office/drawing/2014/main" id="{5E16A108-440C-6458-604B-C59DCA9D78AC}"/>
              </a:ext>
            </a:extLst>
          </p:cNvPr>
          <p:cNvSpPr txBox="1"/>
          <p:nvPr/>
        </p:nvSpPr>
        <p:spPr>
          <a:xfrm>
            <a:off x="2063857" y="5135513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설날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35" name="그룹 5">
            <a:extLst>
              <a:ext uri="{FF2B5EF4-FFF2-40B4-BE49-F238E27FC236}">
                <a16:creationId xmlns:a16="http://schemas.microsoft.com/office/drawing/2014/main" id="{34893638-477B-55A5-F225-2BEAE67A03F1}"/>
              </a:ext>
            </a:extLst>
          </p:cNvPr>
          <p:cNvGrpSpPr/>
          <p:nvPr/>
        </p:nvGrpSpPr>
        <p:grpSpPr>
          <a:xfrm>
            <a:off x="144368" y="9376141"/>
            <a:ext cx="7219875" cy="1137833"/>
            <a:chOff x="144368" y="9376141"/>
            <a:chExt cx="7219875" cy="1137833"/>
          </a:xfrm>
        </p:grpSpPr>
        <p:pic>
          <p:nvPicPr>
            <p:cNvPr id="24" name="그래픽 118">
              <a:extLst>
                <a:ext uri="{FF2B5EF4-FFF2-40B4-BE49-F238E27FC236}">
                  <a16:creationId xmlns:a16="http://schemas.microsoft.com/office/drawing/2014/main" id="{CD4407DD-52E7-B661-103A-0B0CF6F2B0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368" y="9376141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Google Shape;19;p2">
              <a:extLst>
                <a:ext uri="{FF2B5EF4-FFF2-40B4-BE49-F238E27FC236}">
                  <a16:creationId xmlns:a16="http://schemas.microsoft.com/office/drawing/2014/main" id="{341F4F0E-59E7-D851-B417-9A68066ED4B1}"/>
                </a:ext>
              </a:extLst>
            </p:cNvPr>
            <p:cNvSpPr/>
            <p:nvPr/>
          </p:nvSpPr>
          <p:spPr>
            <a:xfrm>
              <a:off x="1371763" y="9405978"/>
              <a:ext cx="5992480" cy="1107996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rtl="0"/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kcal: kilocalorie, C: Carbohydrate, P: Protein, F: Fat, g: gram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*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Country of Origin Information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: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Rice(Korea, pesticide-free), Brown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Rice,Black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Rice,Sticky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Rice(Korea), Beef(Korea), Pork(Korea), Chicken(Korea),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Duck·Smoked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duck(Korea), Tofu,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Pured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Soybean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Soup,Bean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Soup(Bean-Korea), Kimchi(Cabbage ,Pepper-Korea), Japanese </a:t>
              </a:r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spanish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, squid, mackerel, crab, shellfish(Korea), shrimp(imported), Flounder fish(Russia), Tuna(imported), Monkfish(Korea).</a:t>
              </a:r>
              <a:r>
                <a:rPr lang="en-US" altLang="ko-KR" sz="800" b="0" i="0" u="none" strike="noStrike" dirty="0">
                  <a:solidFill>
                    <a:srgbClr val="0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①egg②dairy③buckwheat④apple⑤soybean⑥wheat⑦fish⑧crab⑨shrimp⑩pork⑪peach⑫tomato ⑬chicken ⑭beef ⑮squid ⑯lamb ⑰clam(oyster, ear shell, mussel, etc.) ⑱pineapple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 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All menu items are subject to change according to availability.</a:t>
              </a:r>
              <a:r>
                <a:rPr lang="en-US" altLang="ko-KR" sz="800" dirty="0">
                  <a:solidFill>
                    <a:srgbClr val="C0000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☆ Students who have reported a certain allergy may be offered with an alternative.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It is written based on the average serving amount per person, and may vary depending on the individual's intake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. 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*The above diet is subject to change depending on food supply and demand.</a:t>
              </a:r>
              <a:r>
                <a:rPr lang="en-US" altLang="ko-KR" sz="800" b="0" i="0" u="none" strike="noStrike" dirty="0">
                  <a:solidFill>
                    <a:srgbClr val="C0000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</a:t>
              </a:r>
            </a:p>
            <a:p>
              <a:pPr rtl="0"/>
              <a:r>
                <a:rPr lang="en-US" altLang="ko-KR" sz="800" b="0" i="0" u="none" strike="noStrike" dirty="0" err="1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Kizmeal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000 Nutritionist I </a:t>
              </a:r>
              <a:r>
                <a:rPr lang="en-US" altLang="ko-KR" sz="800" dirty="0">
                  <a:solidFill>
                    <a:srgbClr val="494640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000000000@kizmeal.com  I  www.Kizmeal.com</a:t>
              </a:r>
              <a:r>
                <a:rPr lang="en-US" altLang="ko-KR" sz="800" b="0" i="0" u="none" strike="noStrike" dirty="0">
                  <a:solidFill>
                    <a:srgbClr val="494640"/>
                  </a:solidFill>
                  <a:effectLst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 </a:t>
              </a:r>
              <a:endParaRPr lang="en-US" altLang="ko-KR" sz="800" b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55" name="Google Shape;21;p2">
            <a:extLst>
              <a:ext uri="{FF2B5EF4-FFF2-40B4-BE49-F238E27FC236}">
                <a16:creationId xmlns:a16="http://schemas.microsoft.com/office/drawing/2014/main" id="{E90938C5-ACDB-8923-8B6C-9191A270825A}"/>
              </a:ext>
            </a:extLst>
          </p:cNvPr>
          <p:cNvSpPr txBox="1"/>
          <p:nvPr/>
        </p:nvSpPr>
        <p:spPr>
          <a:xfrm>
            <a:off x="5847128" y="648681"/>
            <a:ext cx="14309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KIS(International)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6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411019" y="5130599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772195" y="5130599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649988" y="7770297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월의 추천 식재료</a:t>
            </a:r>
            <a:endParaRPr lang="en-US" altLang="ko-KR" sz="1200" b="1" dirty="0" smtClean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1D63AE0E-9434-A5B9-E96F-7C66DDF8AE54}"/>
              </a:ext>
            </a:extLst>
          </p:cNvPr>
          <p:cNvGrpSpPr/>
          <p:nvPr/>
        </p:nvGrpSpPr>
        <p:grpSpPr>
          <a:xfrm>
            <a:off x="486236" y="7803054"/>
            <a:ext cx="3089415" cy="1467455"/>
            <a:chOff x="637928" y="4881932"/>
            <a:chExt cx="4022651" cy="1467455"/>
          </a:xfrm>
        </p:grpSpPr>
        <p:pic>
          <p:nvPicPr>
            <p:cNvPr id="170" name="그래픽 17">
              <a:extLst>
                <a:ext uri="{FF2B5EF4-FFF2-40B4-BE49-F238E27FC236}">
                  <a16:creationId xmlns:a16="http://schemas.microsoft.com/office/drawing/2014/main" id="{49278155-C044-36EC-7920-08C7187C7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5469" y="4903685"/>
              <a:ext cx="2804277" cy="1068116"/>
            </a:xfrm>
            <a:prstGeom prst="rect">
              <a:avLst/>
            </a:prstGeom>
          </p:spPr>
        </p:pic>
        <p:pic>
          <p:nvPicPr>
            <p:cNvPr id="171" name="그래픽 19">
              <a:extLst>
                <a:ext uri="{FF2B5EF4-FFF2-40B4-BE49-F238E27FC236}">
                  <a16:creationId xmlns:a16="http://schemas.microsoft.com/office/drawing/2014/main" id="{551D1964-21FD-F3AE-3064-5D5B8414E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928" y="5845921"/>
              <a:ext cx="4022651" cy="503466"/>
            </a:xfrm>
            <a:prstGeom prst="rect">
              <a:avLst/>
            </a:prstGeom>
          </p:spPr>
        </p:pic>
        <p:pic>
          <p:nvPicPr>
            <p:cNvPr id="172" name="그래픽 22">
              <a:extLst>
                <a:ext uri="{FF2B5EF4-FFF2-40B4-BE49-F238E27FC236}">
                  <a16:creationId xmlns:a16="http://schemas.microsoft.com/office/drawing/2014/main" id="{029817D2-EF20-ABEA-6F6B-BF06433C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17925" y="4881932"/>
              <a:ext cx="1106016" cy="1353962"/>
            </a:xfrm>
            <a:prstGeom prst="rect">
              <a:avLst/>
            </a:prstGeom>
          </p:spPr>
        </p:pic>
        <p:pic>
          <p:nvPicPr>
            <p:cNvPr id="173" name="그래픽 23">
              <a:extLst>
                <a:ext uri="{FF2B5EF4-FFF2-40B4-BE49-F238E27FC236}">
                  <a16:creationId xmlns:a16="http://schemas.microsoft.com/office/drawing/2014/main" id="{02B1CBE7-4E17-94DE-5B57-5D262FF44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4494" y="5525276"/>
              <a:ext cx="659097" cy="705523"/>
            </a:xfrm>
            <a:prstGeom prst="rect">
              <a:avLst/>
            </a:prstGeom>
          </p:spPr>
        </p:pic>
        <p:pic>
          <p:nvPicPr>
            <p:cNvPr id="174" name="그래픽 24">
              <a:extLst>
                <a:ext uri="{FF2B5EF4-FFF2-40B4-BE49-F238E27FC236}">
                  <a16:creationId xmlns:a16="http://schemas.microsoft.com/office/drawing/2014/main" id="{C71D99F9-42E9-9F1D-5D34-8345483CE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10232" y="5742863"/>
              <a:ext cx="557862" cy="376728"/>
            </a:xfrm>
            <a:prstGeom prst="rect">
              <a:avLst/>
            </a:prstGeom>
          </p:spPr>
        </p:pic>
        <p:pic>
          <p:nvPicPr>
            <p:cNvPr id="175" name="그래픽 25">
              <a:extLst>
                <a:ext uri="{FF2B5EF4-FFF2-40B4-BE49-F238E27FC236}">
                  <a16:creationId xmlns:a16="http://schemas.microsoft.com/office/drawing/2014/main" id="{1AC498BE-0833-1B08-683F-4950CF27A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26943" y="5942261"/>
              <a:ext cx="280132" cy="204018"/>
            </a:xfrm>
            <a:prstGeom prst="rect">
              <a:avLst/>
            </a:prstGeom>
          </p:spPr>
        </p:pic>
      </p:grpSp>
      <p:pic>
        <p:nvPicPr>
          <p:cNvPr id="176" name="그림 17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19" y="7743111"/>
            <a:ext cx="1697180" cy="400765"/>
          </a:xfrm>
          <a:prstGeom prst="rect">
            <a:avLst/>
          </a:prstGeom>
        </p:spPr>
      </p:pic>
      <p:pic>
        <p:nvPicPr>
          <p:cNvPr id="178" name="그림 177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381" y="7803054"/>
            <a:ext cx="321339" cy="320330"/>
          </a:xfrm>
          <a:prstGeom prst="rect">
            <a:avLst/>
          </a:prstGeom>
        </p:spPr>
      </p:pic>
      <p:pic>
        <p:nvPicPr>
          <p:cNvPr id="179" name="그림 17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784" y="7643475"/>
            <a:ext cx="1088712" cy="1064937"/>
          </a:xfrm>
          <a:prstGeom prst="rect">
            <a:avLst/>
          </a:prstGeom>
        </p:spPr>
      </p:pic>
      <p:pic>
        <p:nvPicPr>
          <p:cNvPr id="180" name="그림 179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780" y="7885954"/>
            <a:ext cx="851993" cy="61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id="{1108928B-F403-BDB5-1D95-CB8E67C7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id="{450898BB-B0C8-3185-3F44-DFC67705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060930"/>
              </p:ext>
            </p:extLst>
          </p:nvPr>
        </p:nvGraphicFramePr>
        <p:xfrm>
          <a:off x="194988" y="1156203"/>
          <a:ext cx="7166525" cy="8660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/>
                      </a:r>
                      <a:br>
                        <a:rPr lang="en-US" sz="900" b="0" i="0" u="none" strike="noStrike" cap="none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</a:b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0" i="0" u="none" strike="noStrike" cap="none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내용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12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7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200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 </a:t>
                      </a: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꼬막은 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‘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고단백 저지방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’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식품의 대명사입니다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꼬막에 풍부한 양질의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단백질과 필수 아미노산은 근육 형성과 유지에 도움을 주며 다량 </a:t>
                      </a: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함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유된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칼슘은 뼈를  튼튼하게 만들어줍니다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                                                          </a:t>
                      </a:r>
                      <a:r>
                        <a:rPr lang="ko-KR" altLang="en-US" sz="1000" b="0" i="0" u="none" strike="noStrike" cap="none" dirty="0" err="1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봄동은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비타민과 식이섬유가 풍부하여 아이들의 면역력과 장 건강에</a:t>
                      </a:r>
                      <a:endParaRPr lang="en-US" altLang="ko-KR" sz="1000" b="0" i="0" u="none" strike="noStrike" cap="none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1000" b="0" i="0" u="none" strike="noStrike" cap="none" baseline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                                       도움을 </a:t>
                      </a:r>
                      <a:r>
                        <a:rPr lang="ko-KR" altLang="en-US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주는 제철 채소입니다</a:t>
                      </a:r>
                      <a:r>
                        <a:rPr lang="en-US" altLang="ko-KR" sz="1000" b="0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.</a:t>
                      </a:r>
                      <a:endParaRPr sz="10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Google Shape;22;p2">
            <a:extLst>
              <a:ext uri="{FF2B5EF4-FFF2-40B4-BE49-F238E27FC236}">
                <a16:creationId xmlns:a16="http://schemas.microsoft.com/office/drawing/2014/main" id="{E8D31BFA-9753-0686-86B3-8BE30A67DA4F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altLang="ko-KR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FEB.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4" name="Google Shape;36;p2">
            <a:extLst>
              <a:ext uri="{FF2B5EF4-FFF2-40B4-BE49-F238E27FC236}">
                <a16:creationId xmlns:a16="http://schemas.microsoft.com/office/drawing/2014/main" id="{52B35E61-F9B2-43EB-CF79-69D29D8D61E6}"/>
              </a:ext>
            </a:extLst>
          </p:cNvPr>
          <p:cNvGrpSpPr/>
          <p:nvPr/>
        </p:nvGrpSpPr>
        <p:grpSpPr>
          <a:xfrm>
            <a:off x="637928" y="1173476"/>
            <a:ext cx="5677110" cy="5435577"/>
            <a:chOff x="618003" y="1157978"/>
            <a:chExt cx="5677110" cy="5435577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id="{063CC2E3-1190-0D35-306D-CC27281163C9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8" name="Google Shape;38;p2">
              <a:extLst>
                <a:ext uri="{FF2B5EF4-FFF2-40B4-BE49-F238E27FC236}">
                  <a16:creationId xmlns:a16="http://schemas.microsoft.com/office/drawing/2014/main" id="{2BFEC8AC-3508-D084-2271-BE8BFED34560}"/>
                </a:ext>
              </a:extLst>
            </p:cNvPr>
            <p:cNvSpPr txBox="1"/>
            <p:nvPr/>
          </p:nvSpPr>
          <p:spPr>
            <a:xfrm>
              <a:off x="1973502" y="116214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id="{64B77FD2-72AA-F21A-B47E-1394F45067EA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id="{AA07B943-B9D8-8203-84B9-7A8DAC21336E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id="{F2E5EC94-4BD1-F41E-AB5F-84814361851D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id="{B74996D2-83EA-324E-B4D5-C6F8D6A70545}"/>
                </a:ext>
              </a:extLst>
            </p:cNvPr>
            <p:cNvSpPr txBox="1"/>
            <p:nvPr/>
          </p:nvSpPr>
          <p:spPr>
            <a:xfrm>
              <a:off x="634219" y="29025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id="{5AA437B0-3DF7-8792-C949-AEFDBBEF4E0E}"/>
                </a:ext>
              </a:extLst>
            </p:cNvPr>
            <p:cNvSpPr txBox="1"/>
            <p:nvPr/>
          </p:nvSpPr>
          <p:spPr>
            <a:xfrm>
              <a:off x="1983608" y="29001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id="{85885D21-7E30-4FD7-4B51-FFC5C9E01971}"/>
                </a:ext>
              </a:extLst>
            </p:cNvPr>
            <p:cNvSpPr txBox="1"/>
            <p:nvPr/>
          </p:nvSpPr>
          <p:spPr>
            <a:xfrm>
              <a:off x="3323060" y="28983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id="{EF056E94-46F2-CE92-FE8D-5AC598CE0938}"/>
                </a:ext>
              </a:extLst>
            </p:cNvPr>
            <p:cNvSpPr txBox="1"/>
            <p:nvPr/>
          </p:nvSpPr>
          <p:spPr>
            <a:xfrm>
              <a:off x="4673874" y="28983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id="{236B7792-99C2-9244-3FFF-C09B167B847B}"/>
                </a:ext>
              </a:extLst>
            </p:cNvPr>
            <p:cNvSpPr txBox="1"/>
            <p:nvPr/>
          </p:nvSpPr>
          <p:spPr>
            <a:xfrm>
              <a:off x="6026578" y="289598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id="{127C872D-2C20-8DB0-6B97-75C23AE5D4B8}"/>
                </a:ext>
              </a:extLst>
            </p:cNvPr>
            <p:cNvSpPr txBox="1"/>
            <p:nvPr/>
          </p:nvSpPr>
          <p:spPr>
            <a:xfrm>
              <a:off x="618003" y="463515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id="{85E07E6E-F7A5-80AE-D8EC-4D2161490394}"/>
                </a:ext>
              </a:extLst>
            </p:cNvPr>
            <p:cNvSpPr txBox="1"/>
            <p:nvPr/>
          </p:nvSpPr>
          <p:spPr>
            <a:xfrm>
              <a:off x="1967392" y="46327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id="{B58B3BA1-09B0-2943-ECE7-3557B1ED3554}"/>
                </a:ext>
              </a:extLst>
            </p:cNvPr>
            <p:cNvSpPr txBox="1"/>
            <p:nvPr/>
          </p:nvSpPr>
          <p:spPr>
            <a:xfrm>
              <a:off x="3306844" y="46310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id="{E9F9D10D-19C2-2D0D-E4CA-97FA89255B00}"/>
                </a:ext>
              </a:extLst>
            </p:cNvPr>
            <p:cNvSpPr txBox="1"/>
            <p:nvPr/>
          </p:nvSpPr>
          <p:spPr>
            <a:xfrm>
              <a:off x="4657658" y="46310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id="{CEFD934B-BACF-1C8E-E7EF-FA836B55D850}"/>
                </a:ext>
              </a:extLst>
            </p:cNvPr>
            <p:cNvSpPr txBox="1"/>
            <p:nvPr/>
          </p:nvSpPr>
          <p:spPr>
            <a:xfrm>
              <a:off x="6010362" y="462862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id="{66C5E800-606C-1FFD-9FF2-54A4BF658E52}"/>
                </a:ext>
              </a:extLst>
            </p:cNvPr>
            <p:cNvSpPr txBox="1"/>
            <p:nvPr/>
          </p:nvSpPr>
          <p:spPr>
            <a:xfrm>
              <a:off x="618003" y="636281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id="{4D42620D-5186-D037-E35F-E82DE68E7C09}"/>
                </a:ext>
              </a:extLst>
            </p:cNvPr>
            <p:cNvSpPr txBox="1"/>
            <p:nvPr/>
          </p:nvSpPr>
          <p:spPr>
            <a:xfrm>
              <a:off x="1967392" y="63604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id="{C3B34E7E-0FB2-D250-4348-20F954F99632}"/>
                </a:ext>
              </a:extLst>
            </p:cNvPr>
            <p:cNvSpPr txBox="1"/>
            <p:nvPr/>
          </p:nvSpPr>
          <p:spPr>
            <a:xfrm>
              <a:off x="3306844" y="635867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id="{32F5CA06-842C-AD75-303A-8E0F0839D276}"/>
                </a:ext>
              </a:extLst>
            </p:cNvPr>
            <p:cNvSpPr txBox="1"/>
            <p:nvPr/>
          </p:nvSpPr>
          <p:spPr>
            <a:xfrm>
              <a:off x="4657658" y="6358676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id="{8790FC5F-F78A-5642-9FE5-EC1EB811A74C}"/>
                </a:ext>
              </a:extLst>
            </p:cNvPr>
            <p:cNvSpPr txBox="1"/>
            <p:nvPr/>
          </p:nvSpPr>
          <p:spPr>
            <a:xfrm>
              <a:off x="6010362" y="635628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grpSp>
        <p:nvGrpSpPr>
          <p:cNvPr id="5" name="Google Shape;64;p2">
            <a:extLst>
              <a:ext uri="{FF2B5EF4-FFF2-40B4-BE49-F238E27FC236}">
                <a16:creationId xmlns:a16="http://schemas.microsoft.com/office/drawing/2014/main" id="{D4F54ACC-C836-55AB-17DE-DA86567FD3E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" name="Google Shape;65;p2">
              <a:extLst>
                <a:ext uri="{FF2B5EF4-FFF2-40B4-BE49-F238E27FC236}">
                  <a16:creationId xmlns:a16="http://schemas.microsoft.com/office/drawing/2014/main" id="{FA3C1157-1A6D-890B-7939-1415374C99A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id="{9E9FD33F-0513-C984-78E9-807AB60453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id="{5DF0D8E7-C17C-C1F8-3E20-42AA129D4C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id="{75E53199-72A0-9C1B-921A-89A66306738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id="{2FEF0A49-BCAE-A2A9-19F5-CF2EC4E43D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id="{F7465C5C-9127-F2A2-A6B0-26D147D098C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id="{F12780C7-54D5-5DA8-A055-A817981AE5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id="{FF48C57C-F007-1779-3F24-6E280980D6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id="{C15F1AF0-8969-A961-54E3-5142721ABB6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id="{CF907B85-178C-CF30-78AD-A740EECCE7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id="{19B18A0F-B5B4-DE08-21AB-F77ABBE9BA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id="{7F2F9D18-F8A7-71CE-D400-261A79815C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id="{A2053DD5-0713-B27E-ECDB-286BE142A80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id="{F09F4E68-4AA1-3D5B-EB24-1C65E2D02EE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id="{507E595B-84EB-965D-EB5D-069DE7D861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id="{A29E2849-0F5C-AC92-AAD9-052E9A8291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81;p2">
              <a:extLst>
                <a:ext uri="{FF2B5EF4-FFF2-40B4-BE49-F238E27FC236}">
                  <a16:creationId xmlns:a16="http://schemas.microsoft.com/office/drawing/2014/main" id="{23FA7648-E9CA-1BF7-5DC4-53904CDD6C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id="{106504F6-EE7F-831A-632C-BBC8FAF7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id="{2468A31B-BCBC-F3C8-45F7-65F2367626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id="{50A60D90-30B0-622E-52B0-B1EF15BEF8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id="{83A1C54E-9242-253A-AE6E-85F54F7D5F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id="{644F020F-9655-59B5-827B-A3DFC080BE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id="{5AC038F3-9013-4F6F-2902-96ABE967BB7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id="{48D770FC-4CD6-449F-C8C4-65E02997FD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id="{C83E158F-7A33-A88A-C9BE-7E0628D26F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id="{E5163A8A-A4B0-E9FB-3304-D597A96CB0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id="{48320F9F-7D7D-3A20-AFD2-CE863FA412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id="{F7A07CCA-DA0D-75C0-189F-09539FC9A2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id="{C1F2CE56-BE04-A21F-35E5-277DE52F4B8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id="{E0B5B321-5409-DB55-5F73-7A75EAFC6E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id="{157FB7EB-0781-79A6-40C3-825CE447A54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id="{16D91D3D-6568-4796-0D60-49A9077A892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id="{AA4889BD-252C-BBD3-F139-7A6802F785F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id="{CFD1BCD7-6011-6E64-4768-FAA9EE3FE9D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id="{6EA07DC0-FDF9-10AA-D397-829BB7B649C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id="{5BD54C32-2578-F6EA-0E13-AEA08429C4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id="{A9A89372-DFBE-B24B-65EA-42602AF4DA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id="{89186463-9439-B175-19DF-1EF734B6E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id="{AEB2AE3F-D422-C308-DF55-18DCFB5C82E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id="{B6A13F99-FF1D-AF67-F24E-BCC50AC71F3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id="{1BBE57B4-E5E0-9644-447E-5492AC28D0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id="{1BFB3B3B-ABC7-507F-FBDB-0C2C9EA6B78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id="{82EACDAE-36C3-040C-60E5-8B7528D1D6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id="{E71DE738-B87C-894E-01CE-0877DBFF20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id="{9E94C39D-B3E6-590E-F5E8-07BDCB2B52E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id="{42F1A232-9FBF-9385-5D6B-6C385E3C40E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id="{6FE22FB3-FFF1-F06B-C63A-65B1CB24F3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12;p2">
              <a:extLst>
                <a:ext uri="{FF2B5EF4-FFF2-40B4-BE49-F238E27FC236}">
                  <a16:creationId xmlns:a16="http://schemas.microsoft.com/office/drawing/2014/main" id="{423D5A6A-93D4-17A1-E679-A6ADFD3E9D0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id="{C431CF59-27BE-7A1E-7EFC-13B6F16D65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id="{31B9D322-B6D6-F153-0998-360AEEAC579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id="{A37FD9E1-F451-1DFD-75E1-0EDEB72183A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id="{6BDCA38B-BD92-7FBF-FEA3-050AC40278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id="{18B73FD0-964D-FCAB-5381-0200B9F22A9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id="{9C0998D0-086F-1C65-881C-966D24F4D1D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id="{C0D05527-8800-8275-316F-09C1F78237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id="{2BCDA728-405D-373F-88FD-F84D5CC1DE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id="{B04D4C47-2670-5425-2B4C-50773E5190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id="{22609A62-F0EB-5DE2-7E9F-DC6D737831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id="{90450AE8-2AFE-8D7B-144D-66E3B0B2700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id="{4B74368A-9014-0746-DFBA-FD356BF2FC1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id="{C80C6EFE-DF29-4026-37C1-DBD688BB9A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id="{718B31A8-87C4-1B02-6854-2E0E72CFD1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id="{58BAFDB0-AA63-DC1F-1A11-2E1DB33897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28;p2">
              <a:extLst>
                <a:ext uri="{FF2B5EF4-FFF2-40B4-BE49-F238E27FC236}">
                  <a16:creationId xmlns:a16="http://schemas.microsoft.com/office/drawing/2014/main" id="{57820FC7-7ED2-EF94-D77B-3416B45D8C6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id="{9C98533B-2B41-A181-42A7-511B36E22B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id="{7A298263-7795-8927-829F-6C445C396E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id="{BD679871-5ED7-96B5-A4DA-0E324182B5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id="{3AC75839-87A9-9C45-6675-89B09097EA8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id="{947CC78C-8E7B-B620-AA34-858EFC1CB1B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id="{77FBDF2C-7ABD-C7B5-304A-4FF4F57ACE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id="{7FC7749D-1038-D6F5-96AE-A5044125B6A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36;p2">
              <a:extLst>
                <a:ext uri="{FF2B5EF4-FFF2-40B4-BE49-F238E27FC236}">
                  <a16:creationId xmlns:a16="http://schemas.microsoft.com/office/drawing/2014/main" id="{FE0FCD89-38AA-B9FF-F7C1-2EE0555D102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id="{E9010D6A-73E1-6CB3-1B7D-FEB12BF951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id="{019D61EC-47B6-BBDC-084A-779461877D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id="{B6E7BACD-CA76-9FC5-2D50-F0E62E3513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id="{DBDB6C3D-CB80-9DE5-47AD-9FDD5BE924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id="{793DA151-C0CF-5228-E72B-7B614A9C194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id="{031ED93E-86A0-977B-4B71-82C11DB371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id="{18F92C2F-47FF-71B7-6C30-A04A24232D4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9" name="Google Shape;144;p2">
              <a:extLst>
                <a:ext uri="{FF2B5EF4-FFF2-40B4-BE49-F238E27FC236}">
                  <a16:creationId xmlns:a16="http://schemas.microsoft.com/office/drawing/2014/main" id="{985FC2BE-5920-2CAF-08D4-959E64A43D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id="{56F519C3-5A1A-09EB-5265-00DA1120AC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id="{7A909739-C3BD-DDB7-2C2F-7145D96C70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id="{6F2A929F-3514-F43E-CE3B-86CE97196B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id="{7DEB3F63-D487-B2B3-C2BB-736C5C40D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id="{4E21891F-FF7E-EC56-C974-BE3775E736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id="{5FA0BC73-506B-DC51-D350-013BB8A819C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id="{36DCC3BA-B46D-B30B-FDF3-14DA51C0FE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id="{B1748CEB-D7EC-0E6D-0D94-0CD41A8EA2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id="{D951AFB7-C85A-6BDF-250C-8A622C1B20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id="{98F29528-F2BD-C93B-0E17-B9B3E4BBB3C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id="{5A770D88-4440-83BA-1D5B-971981D638A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id="{072BFBE8-F034-5CD7-7E15-BDA05F1E11A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id="{28547EB1-2AA2-D9BD-27CA-04F108714D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id="{C2472EF7-AF1A-B480-5878-1E62E91BAD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id="{665A6529-BC69-EB67-336F-0B065FF5F2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id="{8D4BA7D9-1065-0AFD-9B6C-5B02485A3D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id="{417D2CB5-BA60-D480-2411-081BDCE35B9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id="{5EF33124-93E1-F090-F980-D08BF8DF00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id="{51528D44-9147-6352-088C-E076E94FDAC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id="{8A91670D-00B3-6F8D-1361-6FF6E70BE1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id="{4F318BF9-2579-2057-915C-C5C7960032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sp>
        <p:nvSpPr>
          <p:cNvPr id="3" name="Google Shape;22;p2">
            <a:extLst>
              <a:ext uri="{FF2B5EF4-FFF2-40B4-BE49-F238E27FC236}">
                <a16:creationId xmlns:a16="http://schemas.microsoft.com/office/drawing/2014/main" id="{1703E6FE-D3FB-D92F-10E5-FED6A9CDAFF6}"/>
              </a:ext>
            </a:extLst>
          </p:cNvPr>
          <p:cNvSpPr txBox="1"/>
          <p:nvPr/>
        </p:nvSpPr>
        <p:spPr>
          <a:xfrm>
            <a:off x="2063857" y="5401518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설날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36" name="그룹 5">
            <a:extLst>
              <a:ext uri="{FF2B5EF4-FFF2-40B4-BE49-F238E27FC236}">
                <a16:creationId xmlns:a16="http://schemas.microsoft.com/office/drawing/2014/main" id="{D6B9034A-F94B-6698-8943-14620A71386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id="{8D103307-DA95-D24E-23D0-ABF824DF5B1E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id="{86FD8498-BE3A-1FC7-C8CA-A1AC44D0369E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5;p2">
              <a:extLst>
                <a:ext uri="{FF2B5EF4-FFF2-40B4-BE49-F238E27FC236}">
                  <a16:creationId xmlns:a16="http://schemas.microsoft.com/office/drawing/2014/main" id="{A58F522D-798F-99D1-40FA-26DB0585B8D0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25;p2">
              <a:extLst>
                <a:ext uri="{FF2B5EF4-FFF2-40B4-BE49-F238E27FC236}">
                  <a16:creationId xmlns:a16="http://schemas.microsoft.com/office/drawing/2014/main" id="{9B9FB42A-EADE-44E9-B32C-10574D19DFAF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25;p2">
              <a:extLst>
                <a:ext uri="{FF2B5EF4-FFF2-40B4-BE49-F238E27FC236}">
                  <a16:creationId xmlns:a16="http://schemas.microsoft.com/office/drawing/2014/main" id="{72384508-F22E-B76F-AC6D-78F849CFA140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7" name="Google Shape;26;p2">
              <a:extLst>
                <a:ext uri="{FF2B5EF4-FFF2-40B4-BE49-F238E27FC236}">
                  <a16:creationId xmlns:a16="http://schemas.microsoft.com/office/drawing/2014/main" id="{DA57B189-3D83-34AE-578C-F424245EDD01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8" name="Google Shape;29;p2">
              <a:extLst>
                <a:ext uri="{FF2B5EF4-FFF2-40B4-BE49-F238E27FC236}">
                  <a16:creationId xmlns:a16="http://schemas.microsoft.com/office/drawing/2014/main" id="{AAE30125-40AE-74A4-A436-5724B8871799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0" name="Google Shape;32;p2">
              <a:extLst>
                <a:ext uri="{FF2B5EF4-FFF2-40B4-BE49-F238E27FC236}">
                  <a16:creationId xmlns:a16="http://schemas.microsoft.com/office/drawing/2014/main" id="{4442C5B8-C6CF-17F9-1141-4780EB72B5C6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1" name="Google Shape;35;p2">
              <a:extLst>
                <a:ext uri="{FF2B5EF4-FFF2-40B4-BE49-F238E27FC236}">
                  <a16:creationId xmlns:a16="http://schemas.microsoft.com/office/drawing/2014/main" id="{A8C03C0A-FE5E-11F2-9347-A96307D6294E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3" name="Google Shape;63;p2">
              <a:extLst>
                <a:ext uri="{FF2B5EF4-FFF2-40B4-BE49-F238E27FC236}">
                  <a16:creationId xmlns:a16="http://schemas.microsoft.com/office/drawing/2014/main" id="{41C49E1C-AFEC-7859-0BA4-9709E0F9712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51020FD-C408-9382-E7E9-080AE8DC8023}"/>
              </a:ext>
            </a:extLst>
          </p:cNvPr>
          <p:cNvSpPr txBox="1"/>
          <p:nvPr/>
        </p:nvSpPr>
        <p:spPr>
          <a:xfrm>
            <a:off x="8067368" y="752167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/>
          </a:p>
        </p:txBody>
      </p:sp>
      <p:sp>
        <p:nvSpPr>
          <p:cNvPr id="155" name="Google Shape;21;p2">
            <a:extLst>
              <a:ext uri="{FF2B5EF4-FFF2-40B4-BE49-F238E27FC236}">
                <a16:creationId xmlns:a16="http://schemas.microsoft.com/office/drawing/2014/main" id="{D4A2A8E0-67B2-2848-F2B8-E27B7588EF46}"/>
              </a:ext>
            </a:extLst>
          </p:cNvPr>
          <p:cNvSpPr txBox="1"/>
          <p:nvPr/>
        </p:nvSpPr>
        <p:spPr>
          <a:xfrm>
            <a:off x="6010362" y="641773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POLY</a:t>
            </a:r>
            <a:endParaRPr sz="1200" b="1" u="none" strike="noStrike" cap="none" dirty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3C9DDEA9-58B3-A0F0-E004-72B346577B30}"/>
              </a:ext>
            </a:extLst>
          </p:cNvPr>
          <p:cNvGrpSpPr/>
          <p:nvPr/>
        </p:nvGrpSpPr>
        <p:grpSpPr>
          <a:xfrm>
            <a:off x="195580" y="10071624"/>
            <a:ext cx="7229262" cy="472916"/>
            <a:chOff x="347980" y="10188378"/>
            <a:chExt cx="7229262" cy="472916"/>
          </a:xfrm>
        </p:grpSpPr>
        <p:sp>
          <p:nvSpPr>
            <p:cNvPr id="167" name="Google Shape;19;p2">
              <a:extLst>
                <a:ext uri="{FF2B5EF4-FFF2-40B4-BE49-F238E27FC236}">
                  <a16:creationId xmlns:a16="http://schemas.microsoft.com/office/drawing/2014/main" id="{C59AD6AC-F500-127C-5D2E-EB3BE380DA55}"/>
                </a:ext>
              </a:extLst>
            </p:cNvPr>
            <p:cNvSpPr/>
            <p:nvPr/>
          </p:nvSpPr>
          <p:spPr>
            <a:xfrm>
              <a:off x="347980" y="10230407"/>
              <a:ext cx="6022340" cy="430887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*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원산지표시안내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: 쌀(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국내산유기농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현미,흑미,찹쌀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국내산친환경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소(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국내산육우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돼지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닭(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오리고기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두부,콩비지,콩국수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(콩-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배추김치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배추-국내산,고춧가루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-국내산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삼치,아귀,오징어,고등어,꽃게,패류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국내산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새우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베트남산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명태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러시아산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참치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원양산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),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가다랭이포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(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인도네시아산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) </a:t>
              </a:r>
            </a:p>
            <a:p>
              <a:pPr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①난류 ②우유③메밀 ④땅콩⑤대두 ⑥밀 ⑦고등어 ⑧게⑨새우 ⑩돼지고기 ⑪복숭아 ⑫토마토 ⑬</a:t>
              </a:r>
              <a:r>
                <a:rPr lang="ko-KR" altLang="en-US" sz="700" dirty="0" err="1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아황산류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 ⑭호두 ⑮닭고기 ⑯쇠고기 ⑰오징어 ⑱조개류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(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굴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전복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,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홍합포함</a:t>
              </a:r>
              <a:r>
                <a:rPr lang="en-US" altLang="ko-KR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잣</a:t>
              </a:r>
              <a:endParaRPr lang="en-US" altLang="ko-KR" sz="700" dirty="0" smtClean="0">
                <a:solidFill>
                  <a:srgbClr val="FF0000"/>
                </a:solidFill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en-US" sz="700" u="none" strike="noStrike" cap="none" dirty="0" smtClean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*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위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식단은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식품수급에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따라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변경될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수 </a:t>
              </a:r>
              <a:r>
                <a:rPr lang="en-US" sz="700" u="none" strike="noStrike" cap="none" dirty="0" err="1">
                  <a:solidFill>
                    <a:srgbClr val="C7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있습니다</a:t>
              </a:r>
              <a:r>
                <a:rPr lang="en-US" sz="700" u="none" strike="noStrike" cap="none" dirty="0">
                  <a:solidFill>
                    <a:srgbClr val="C7000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.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I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err="1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Kizmeal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000</a:t>
              </a:r>
              <a:r>
                <a:rPr lang="en-US" sz="700" u="none" strike="noStrike" cap="none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</a:t>
              </a:r>
              <a:r>
                <a:rPr lang="en-US" sz="700" u="none" strike="noStrike" cap="none" dirty="0" err="1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영양사</a:t>
              </a:r>
              <a:r>
                <a:rPr lang="en-US" sz="700" u="none" strike="noStrike" cap="none" dirty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  <a:sym typeface="Arial"/>
                </a:rPr>
                <a:t> I </a:t>
              </a:r>
              <a:r>
                <a:rPr lang="en-US" altLang="ko-KR" sz="700" dirty="0" smtClean="0">
                  <a:solidFill>
                    <a:srgbClr val="494640"/>
                  </a:solidFill>
                  <a:latin typeface="Pretendard" pitchFamily="50" charset="-127"/>
                  <a:ea typeface="Pretendard" pitchFamily="50" charset="-127"/>
                  <a:cs typeface="Pretendard" pitchFamily="50" charset="-127"/>
                </a:rPr>
                <a:t>000000@ kizmeal.com I www. Kizmeal.com</a:t>
              </a:r>
              <a:endParaRPr sz="1200" dirty="0">
                <a:latin typeface="Pretendard" pitchFamily="50" charset="-127"/>
                <a:ea typeface="Pretendard" pitchFamily="50" charset="-127"/>
                <a:cs typeface="Pretendard" pitchFamily="50" charset="-127"/>
              </a:endParaRPr>
            </a:p>
          </p:txBody>
        </p:sp>
        <p:pic>
          <p:nvPicPr>
            <p:cNvPr id="168" name="그래픽 118">
              <a:extLst>
                <a:ext uri="{FF2B5EF4-FFF2-40B4-BE49-F238E27FC236}">
                  <a16:creationId xmlns:a16="http://schemas.microsoft.com/office/drawing/2014/main" id="{7F1B4C3B-45A1-BB15-145F-19D4E677A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03944" y="10188378"/>
              <a:ext cx="1173298" cy="271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9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772195" y="5401518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385455" y="5401518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ko-KR" altLang="en-US" sz="1200" b="1" u="none" strike="noStrike" cap="none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설연휴</a:t>
            </a:r>
            <a:endParaRPr sz="12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1" name="Google Shape;22;p2">
            <a:extLst>
              <a:ext uri="{FF2B5EF4-FFF2-40B4-BE49-F238E27FC236}">
                <a16:creationId xmlns:a16="http://schemas.microsoft.com/office/drawing/2014/main" id="{03A36364-EADA-D8EA-2130-0BD870DD2FDD}"/>
              </a:ext>
            </a:extLst>
          </p:cNvPr>
          <p:cNvSpPr txBox="1"/>
          <p:nvPr/>
        </p:nvSpPr>
        <p:spPr>
          <a:xfrm>
            <a:off x="3681935" y="8234631"/>
            <a:ext cx="116186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b="1" dirty="0" smtClean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월의 추천 식재료</a:t>
            </a:r>
            <a:endParaRPr lang="en-US" altLang="ko-KR" sz="1200" b="1" dirty="0" smtClean="0">
              <a:solidFill>
                <a:srgbClr val="146152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1D63AE0E-9434-A5B9-E96F-7C66DDF8AE54}"/>
              </a:ext>
            </a:extLst>
          </p:cNvPr>
          <p:cNvGrpSpPr/>
          <p:nvPr/>
        </p:nvGrpSpPr>
        <p:grpSpPr>
          <a:xfrm>
            <a:off x="420750" y="8243856"/>
            <a:ext cx="3089415" cy="1467455"/>
            <a:chOff x="637928" y="4881932"/>
            <a:chExt cx="4022651" cy="1467455"/>
          </a:xfrm>
        </p:grpSpPr>
        <p:pic>
          <p:nvPicPr>
            <p:cNvPr id="173" name="그래픽 17">
              <a:extLst>
                <a:ext uri="{FF2B5EF4-FFF2-40B4-BE49-F238E27FC236}">
                  <a16:creationId xmlns:a16="http://schemas.microsoft.com/office/drawing/2014/main" id="{49278155-C044-36EC-7920-08C7187C7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5469" y="4903685"/>
              <a:ext cx="2804277" cy="1068116"/>
            </a:xfrm>
            <a:prstGeom prst="rect">
              <a:avLst/>
            </a:prstGeom>
          </p:spPr>
        </p:pic>
        <p:pic>
          <p:nvPicPr>
            <p:cNvPr id="174" name="그래픽 19">
              <a:extLst>
                <a:ext uri="{FF2B5EF4-FFF2-40B4-BE49-F238E27FC236}">
                  <a16:creationId xmlns:a16="http://schemas.microsoft.com/office/drawing/2014/main" id="{551D1964-21FD-F3AE-3064-5D5B8414E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7928" y="5845921"/>
              <a:ext cx="4022651" cy="503466"/>
            </a:xfrm>
            <a:prstGeom prst="rect">
              <a:avLst/>
            </a:prstGeom>
          </p:spPr>
        </p:pic>
        <p:pic>
          <p:nvPicPr>
            <p:cNvPr id="175" name="그래픽 22">
              <a:extLst>
                <a:ext uri="{FF2B5EF4-FFF2-40B4-BE49-F238E27FC236}">
                  <a16:creationId xmlns:a16="http://schemas.microsoft.com/office/drawing/2014/main" id="{029817D2-EF20-ABEA-6F6B-BF06433C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17925" y="4881932"/>
              <a:ext cx="1106016" cy="1353962"/>
            </a:xfrm>
            <a:prstGeom prst="rect">
              <a:avLst/>
            </a:prstGeom>
          </p:spPr>
        </p:pic>
        <p:pic>
          <p:nvPicPr>
            <p:cNvPr id="176" name="그래픽 23">
              <a:extLst>
                <a:ext uri="{FF2B5EF4-FFF2-40B4-BE49-F238E27FC236}">
                  <a16:creationId xmlns:a16="http://schemas.microsoft.com/office/drawing/2014/main" id="{02B1CBE7-4E17-94DE-5B57-5D262FF44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4494" y="5525276"/>
              <a:ext cx="659097" cy="705523"/>
            </a:xfrm>
            <a:prstGeom prst="rect">
              <a:avLst/>
            </a:prstGeom>
          </p:spPr>
        </p:pic>
        <p:pic>
          <p:nvPicPr>
            <p:cNvPr id="177" name="그래픽 24">
              <a:extLst>
                <a:ext uri="{FF2B5EF4-FFF2-40B4-BE49-F238E27FC236}">
                  <a16:creationId xmlns:a16="http://schemas.microsoft.com/office/drawing/2014/main" id="{C71D99F9-42E9-9F1D-5D34-8345483CE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710232" y="5742863"/>
              <a:ext cx="557862" cy="376728"/>
            </a:xfrm>
            <a:prstGeom prst="rect">
              <a:avLst/>
            </a:prstGeom>
          </p:spPr>
        </p:pic>
        <p:pic>
          <p:nvPicPr>
            <p:cNvPr id="178" name="그래픽 25">
              <a:extLst>
                <a:ext uri="{FF2B5EF4-FFF2-40B4-BE49-F238E27FC236}">
                  <a16:creationId xmlns:a16="http://schemas.microsoft.com/office/drawing/2014/main" id="{1AC498BE-0833-1B08-683F-4950CF27A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26943" y="5942261"/>
              <a:ext cx="280132" cy="204018"/>
            </a:xfrm>
            <a:prstGeom prst="rect">
              <a:avLst/>
            </a:prstGeom>
          </p:spPr>
        </p:pic>
      </p:grpSp>
      <p:pic>
        <p:nvPicPr>
          <p:cNvPr id="179" name="그림 17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506" y="8221352"/>
            <a:ext cx="1697180" cy="400765"/>
          </a:xfrm>
          <a:prstGeom prst="rect">
            <a:avLst/>
          </a:prstGeom>
        </p:spPr>
      </p:pic>
      <p:pic>
        <p:nvPicPr>
          <p:cNvPr id="180" name="그림 17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281" y="8300603"/>
            <a:ext cx="321339" cy="320330"/>
          </a:xfrm>
          <a:prstGeom prst="rect">
            <a:avLst/>
          </a:prstGeom>
        </p:spPr>
      </p:pic>
      <p:pic>
        <p:nvPicPr>
          <p:cNvPr id="181" name="그림 180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102" y="8367124"/>
            <a:ext cx="851993" cy="610460"/>
          </a:xfrm>
          <a:prstGeom prst="rect">
            <a:avLst/>
          </a:prstGeom>
        </p:spPr>
      </p:pic>
      <p:pic>
        <p:nvPicPr>
          <p:cNvPr id="182" name="그림 181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196" y="8114762"/>
            <a:ext cx="1088712" cy="106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7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1292</Words>
  <Application>Microsoft Office PowerPoint</Application>
  <PresentationFormat>사용자 지정</PresentationFormat>
  <Paragraphs>290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OLDWEST</vt:lpstr>
      <vt:lpstr>Pretendard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cp:lastModifiedBy>km-co01</cp:lastModifiedBy>
  <cp:revision>87</cp:revision>
  <cp:lastPrinted>2025-12-17T06:05:16Z</cp:lastPrinted>
  <dcterms:modified xsi:type="dcterms:W3CDTF">2025-12-17T06:33:17Z</dcterms:modified>
</cp:coreProperties>
</file>