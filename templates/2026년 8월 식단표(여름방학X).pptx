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169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753401"/>
              </p:ext>
            </p:extLst>
          </p:nvPr>
        </p:nvGraphicFramePr>
        <p:xfrm>
          <a:off x="194988" y="1156203"/>
          <a:ext cx="7166525" cy="892676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916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1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80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612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392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6619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087" y="842744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43755" y="842801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9550" y="922520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40077"/>
                <a:chOff x="618003" y="1164507"/>
                <a:chExt cx="5677110" cy="5640077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2224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2460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2224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738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7384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7979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821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7979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693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693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669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77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4557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69529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6912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95" y="4806434"/>
            <a:ext cx="1334197" cy="170772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2104528"/>
              </p:ext>
            </p:extLst>
          </p:nvPr>
        </p:nvGraphicFramePr>
        <p:xfrm>
          <a:off x="194988" y="1156203"/>
          <a:ext cx="7166525" cy="880313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507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336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231" y="8331442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332015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129201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367969"/>
            <a:chOff x="630121" y="1180005"/>
            <a:chExt cx="5684917" cy="7367969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367969"/>
              <a:chOff x="630121" y="1180005"/>
              <a:chExt cx="5684917" cy="7367969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580513"/>
                <a:chOff x="618003" y="1164507"/>
                <a:chExt cx="5677110" cy="5580513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31" y="4742328"/>
            <a:ext cx="1334197" cy="1707721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3792399"/>
              </p:ext>
            </p:extLst>
          </p:nvPr>
        </p:nvGraphicFramePr>
        <p:xfrm>
          <a:off x="194988" y="1156203"/>
          <a:ext cx="7166525" cy="879488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241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311" y="8341602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8979" y="8342175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24774" y="9139361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367969"/>
            <a:chOff x="630121" y="1180005"/>
            <a:chExt cx="5684917" cy="7367969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367969"/>
              <a:chOff x="630121" y="1180005"/>
              <a:chExt cx="5684917" cy="7367969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580513"/>
                <a:chOff x="618003" y="1164507"/>
                <a:chExt cx="5677110" cy="5580513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2559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284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2667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266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2428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9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01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8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9" name="그림 2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31" y="4742328"/>
            <a:ext cx="1334197" cy="1707721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810</Words>
  <Application>Microsoft Office PowerPoint</Application>
  <PresentationFormat>사용자 지정</PresentationFormat>
  <Paragraphs>174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</vt:lpstr>
      <vt:lpstr>Pretendard ExtraBold</vt:lpstr>
      <vt:lpstr>Pretendard Light</vt:lpstr>
      <vt:lpstr>Pretendard Medium</vt:lpstr>
      <vt:lpstr>Arial</vt:lpstr>
      <vt:lpstr>Calibri</vt:lpstr>
      <vt:lpstr>OLDWEST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163</cp:revision>
  <cp:lastPrinted>2026-03-10T05:09:50Z</cp:lastPrinted>
  <dcterms:modified xsi:type="dcterms:W3CDTF">2026-06-12T05:35:51Z</dcterms:modified>
</cp:coreProperties>
</file>