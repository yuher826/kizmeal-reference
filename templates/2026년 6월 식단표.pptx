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169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193087"/>
              </p:ext>
            </p:extLst>
          </p:nvPr>
        </p:nvGraphicFramePr>
        <p:xfrm>
          <a:off x="194988" y="1156203"/>
          <a:ext cx="7166525" cy="880469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933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455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3512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05600"/>
            <a:ext cx="1335864" cy="170969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  <a:endParaRPr lang="ko-KR" altLang="en-US" sz="10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336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16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  <a:endParaRPr lang="ko-KR" altLang="en-US" sz="10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00" b="0" i="0" u="none" strike="noStrike" cap="none" dirty="0" smtClean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OOOOOOO@kizmeal.com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23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  <a:endParaRPr lang="ko-KR" altLang="en-US" sz="10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02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03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10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795</Words>
  <Application>Microsoft Office PowerPoint</Application>
  <PresentationFormat>사용자 지정</PresentationFormat>
  <Paragraphs>156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Pretendard</vt:lpstr>
      <vt:lpstr>Pretendard ExtraBold</vt:lpstr>
      <vt:lpstr>Pretendard Light</vt:lpstr>
      <vt:lpstr>Pretendard Medium</vt:lpstr>
      <vt:lpstr>Arial</vt:lpstr>
      <vt:lpstr>Calibri</vt:lpstr>
      <vt:lpstr>OLDWEST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143</cp:revision>
  <cp:lastPrinted>2026-03-10T05:09:50Z</cp:lastPrinted>
  <dcterms:modified xsi:type="dcterms:W3CDTF">2026-04-10T03:09:07Z</dcterms:modified>
</cp:coreProperties>
</file>