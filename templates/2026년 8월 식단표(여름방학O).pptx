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72" r:id="rId2"/>
    <p:sldId id="273" r:id="rId3"/>
    <p:sldId id="274" r:id="rId4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66" d="100"/>
          <a:sy n="66" d="100"/>
        </p:scale>
        <p:origin x="192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795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89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9753401"/>
              </p:ext>
            </p:extLst>
          </p:nvPr>
        </p:nvGraphicFramePr>
        <p:xfrm>
          <a:off x="194988" y="1156203"/>
          <a:ext cx="7166525" cy="892676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916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9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1000" b="0" i="0" u="none" strike="noStrike" cap="none" dirty="0" smtClean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9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811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80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6129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3925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46619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0087" y="842744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43755" y="842801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39550" y="922520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23991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40077"/>
                <a:chOff x="618003" y="1164507"/>
                <a:chExt cx="5677110" cy="5640077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0086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2224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37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9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94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955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2460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2224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738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7384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7979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6821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7979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6933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693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669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377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4557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69529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6912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09" y="1161913"/>
            <a:ext cx="6716100" cy="1706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76952" y="1684989"/>
            <a:ext cx="4241910" cy="707886"/>
          </a:xfrm>
          <a:prstGeom prst="rect">
            <a:avLst/>
          </a:prstGeom>
          <a:noFill/>
          <a:effectLst>
            <a:outerShdw blurRad="88900" dir="27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spc="2000" dirty="0" smtClean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여름방</a:t>
            </a:r>
            <a:r>
              <a:rPr lang="ko-KR" altLang="en-US" sz="4000" spc="2000" dirty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학</a:t>
            </a: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95" y="4806434"/>
            <a:ext cx="1334197" cy="170772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2104528"/>
              </p:ext>
            </p:extLst>
          </p:nvPr>
        </p:nvGraphicFramePr>
        <p:xfrm>
          <a:off x="194988" y="1156203"/>
          <a:ext cx="7166525" cy="880313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507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1000" b="0" i="0" u="none" strike="noStrike" cap="none" dirty="0" smtClean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336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231" y="8382242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382815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180001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367969"/>
            <a:chOff x="630121" y="1180005"/>
            <a:chExt cx="5684917" cy="7367969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367969"/>
              <a:chOff x="630121" y="1180005"/>
              <a:chExt cx="5684917" cy="7367969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580513"/>
                <a:chOff x="618003" y="1164507"/>
                <a:chExt cx="5677110" cy="5580513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7" name="그림 16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28" y="1163969"/>
            <a:ext cx="6716100" cy="1715198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976952" y="1684989"/>
            <a:ext cx="4241910" cy="707886"/>
          </a:xfrm>
          <a:prstGeom prst="rect">
            <a:avLst/>
          </a:prstGeom>
          <a:noFill/>
          <a:effectLst>
            <a:outerShdw blurRad="88900" dir="27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spc="2000" dirty="0" smtClean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여름방</a:t>
            </a:r>
            <a:r>
              <a:rPr lang="ko-KR" altLang="en-US" sz="4000" spc="2000" dirty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학</a:t>
            </a: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31" y="4742328"/>
            <a:ext cx="1334197" cy="1707721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3792399"/>
              </p:ext>
            </p:extLst>
          </p:nvPr>
        </p:nvGraphicFramePr>
        <p:xfrm>
          <a:off x="194988" y="1156203"/>
          <a:ext cx="7166525" cy="879488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241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1000" b="0" i="0" u="none" strike="noStrike" cap="none" dirty="0" smtClean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1712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311" y="8382242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8979" y="8382815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24774" y="9180001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09014"/>
            <a:ext cx="5684917" cy="7375814"/>
            <a:chOff x="630121" y="1172160"/>
            <a:chExt cx="5684917" cy="7375814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2;p2">
                  <a:extLst>
                    <a:ext uri="{FF2B5EF4-FFF2-40B4-BE49-F238E27FC236}">
                      <a16:creationId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3;p2">
                  <a:extLst>
                    <a:ext uri="{FF2B5EF4-FFF2-40B4-BE49-F238E27FC236}">
                      <a16:creationId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9" name="Google Shape;54;p2">
                  <a:extLst>
                    <a:ext uri="{FF2B5EF4-FFF2-40B4-BE49-F238E27FC236}">
                      <a16:creationId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01" name="Google Shape;55;p2">
                  <a:extLst>
                    <a:ext uri="{FF2B5EF4-FFF2-40B4-BE49-F238E27FC236}">
                      <a16:creationId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8" name="Google Shape;56;p2">
                  <a:extLst>
                    <a:ext uri="{FF2B5EF4-FFF2-40B4-BE49-F238E27FC236}">
                      <a16:creationId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9" name="그림 2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7" name="그림 16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09" y="1163757"/>
            <a:ext cx="6716100" cy="1706480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976952" y="1684989"/>
            <a:ext cx="4241910" cy="707886"/>
          </a:xfrm>
          <a:prstGeom prst="rect">
            <a:avLst/>
          </a:prstGeom>
          <a:noFill/>
          <a:effectLst>
            <a:outerShdw blurRad="88900" dir="27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spc="2000" dirty="0" smtClean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여름방</a:t>
            </a:r>
            <a:r>
              <a:rPr lang="ko-KR" altLang="en-US" sz="4000" spc="2000" dirty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학</a:t>
            </a: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31" y="4742328"/>
            <a:ext cx="1334197" cy="1707721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813</Words>
  <Application>Microsoft Office PowerPoint</Application>
  <PresentationFormat>사용자 지정</PresentationFormat>
  <Paragraphs>177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210 옴니고딕 020</vt:lpstr>
      <vt:lpstr>Pretendard</vt:lpstr>
      <vt:lpstr>Pretendard ExtraBold</vt:lpstr>
      <vt:lpstr>Pretendard Light</vt:lpstr>
      <vt:lpstr>Pretendard Medium</vt:lpstr>
      <vt:lpstr>Arial</vt:lpstr>
      <vt:lpstr>Calibri</vt:lpstr>
      <vt:lpstr>OLDWEST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161</cp:revision>
  <cp:lastPrinted>2026-03-10T05:09:50Z</cp:lastPrinted>
  <dcterms:modified xsi:type="dcterms:W3CDTF">2026-06-12T05:36:20Z</dcterms:modified>
</cp:coreProperties>
</file>