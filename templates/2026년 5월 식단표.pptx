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5"/>
  </p:notesMasterIdLst>
  <p:sldIdLst>
    <p:sldId id="272" r:id="rId2"/>
    <p:sldId id="273" r:id="rId3"/>
    <p:sldId id="274" r:id="rId4"/>
  </p:sldIdLst>
  <p:sldSz cx="7556500" cy="10680700"/>
  <p:notesSz cx="6797675" cy="9929813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:p14="http://schemas.microsoft.com/office/powerpoint/2010/main">
        <p14:section name="기본 구역" id="{A5A911D7-4F61-4865-8A33-073C18BA13D9}">
          <p14:sldIdLst>
            <p14:sldId id="272"/>
            <p14:sldId id="273"/>
            <p14:sldId id="274"/>
          </p14:sldIdLst>
        </p14:section>
      </p14:sectionLst>
    </p:ext>
    <p:ext uri="{EFAFB233-063F-42B5-8137-9DF3F51BA10A}">
      <p15:sldGuideLst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7" roundtripDataSignature="AMtx7mh80d2vw0XkS1dWdjt+YBB98uHak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16A5B"/>
    <a:srgbClr val="F0F8F3"/>
    <a:srgbClr val="146152"/>
    <a:srgbClr val="006600"/>
    <a:srgbClr val="FF3300"/>
    <a:srgbClr val="339966"/>
    <a:srgbClr val="336600"/>
    <a:srgbClr val="84B29C"/>
    <a:srgbClr val="339933"/>
    <a:srgbClr val="F2EEE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0CD827EC-5CFA-433B-8004-491D8FC1E32A}">
  <a:tblStyle styleId="{0CD827EC-5CFA-433B-8004-491D8FC1E32A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</a:tcStyle>
    </a:band1H>
    <a:band2H>
      <a:tcTxStyle b="off" i="off"/>
      <a:tcStyle>
        <a:tcBdr/>
        <a:fill>
          <a:solidFill>
            <a:srgbClr val="FFFFFF"/>
          </a:solidFill>
        </a:fill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firstCol>
    <a:lastRow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947" autoAdjust="0"/>
    <p:restoredTop sz="94670"/>
  </p:normalViewPr>
  <p:slideViewPr>
    <p:cSldViewPr snapToGrid="0">
      <p:cViewPr>
        <p:scale>
          <a:sx n="100" d="100"/>
          <a:sy n="100" d="100"/>
        </p:scale>
        <p:origin x="1109" y="-154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17" Type="http://customschemas.google.com/relationships/presentationmetadata" Target="metadata"/><Relationship Id="rId2" Type="http://schemas.openxmlformats.org/officeDocument/2006/relationships/slide" Target="slides/slide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19" Type="http://schemas.openxmlformats.org/officeDocument/2006/relationships/viewProps" Target="viewProps.xml"/><Relationship Id="rId4" Type="http://schemas.openxmlformats.org/officeDocument/2006/relationships/slide" Target="slides/slide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2081213" y="744538"/>
            <a:ext cx="2635250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">
          <a:extLst>
            <a:ext uri="{FF2B5EF4-FFF2-40B4-BE49-F238E27FC236}">
              <a16:creationId xmlns:a16="http://schemas.microsoft.com/office/drawing/2014/main" id="{9EAEB7EA-BFEE-6A37-1441-0019F7C453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:notes">
            <a:extLst>
              <a:ext uri="{FF2B5EF4-FFF2-40B4-BE49-F238E27FC236}">
                <a16:creationId xmlns:a16="http://schemas.microsoft.com/office/drawing/2014/main" id="{A962D173-4874-4BBD-E42F-09457CDDCC9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5" name="Google Shape;15;p2:notes">
            <a:extLst>
              <a:ext uri="{FF2B5EF4-FFF2-40B4-BE49-F238E27FC236}">
                <a16:creationId xmlns:a16="http://schemas.microsoft.com/office/drawing/2014/main" id="{8A0BEC18-0135-ECBC-B7B7-5B5BEDD2DE1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082800" y="744538"/>
            <a:ext cx="2632075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80795706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">
          <a:extLst>
            <a:ext uri="{FF2B5EF4-FFF2-40B4-BE49-F238E27FC236}">
              <a16:creationId xmlns:a16="http://schemas.microsoft.com/office/drawing/2014/main" id="{9EAEB7EA-BFEE-6A37-1441-0019F7C453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:notes">
            <a:extLst>
              <a:ext uri="{FF2B5EF4-FFF2-40B4-BE49-F238E27FC236}">
                <a16:creationId xmlns:a16="http://schemas.microsoft.com/office/drawing/2014/main" id="{A962D173-4874-4BBD-E42F-09457CDDCC9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5" name="Google Shape;15;p2:notes">
            <a:extLst>
              <a:ext uri="{FF2B5EF4-FFF2-40B4-BE49-F238E27FC236}">
                <a16:creationId xmlns:a16="http://schemas.microsoft.com/office/drawing/2014/main" id="{8A0BEC18-0135-ECBC-B7B7-5B5BEDD2DE1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082800" y="744538"/>
            <a:ext cx="2632075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9289135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">
          <a:extLst>
            <a:ext uri="{FF2B5EF4-FFF2-40B4-BE49-F238E27FC236}">
              <a16:creationId xmlns:a16="http://schemas.microsoft.com/office/drawing/2014/main" id="{9EAEB7EA-BFEE-6A37-1441-0019F7C453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:notes">
            <a:extLst>
              <a:ext uri="{FF2B5EF4-FFF2-40B4-BE49-F238E27FC236}">
                <a16:creationId xmlns:a16="http://schemas.microsoft.com/office/drawing/2014/main" id="{A962D173-4874-4BBD-E42F-09457CDDCC9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5" name="Google Shape;15;p2:notes">
            <a:extLst>
              <a:ext uri="{FF2B5EF4-FFF2-40B4-BE49-F238E27FC236}">
                <a16:creationId xmlns:a16="http://schemas.microsoft.com/office/drawing/2014/main" id="{8A0BEC18-0135-ECBC-B7B7-5B5BEDD2DE1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082800" y="744538"/>
            <a:ext cx="2632075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418352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"/>
          <p:cNvSpPr txBox="1">
            <a:spLocks noGrp="1"/>
          </p:cNvSpPr>
          <p:nvPr>
            <p:ph type="title"/>
          </p:nvPr>
        </p:nvSpPr>
        <p:spPr>
          <a:xfrm>
            <a:off x="566976" y="1749794"/>
            <a:ext cx="6425725" cy="372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1" name="Google Shape;11;p5"/>
          <p:cNvSpPr txBox="1">
            <a:spLocks noGrp="1"/>
          </p:cNvSpPr>
          <p:nvPr>
            <p:ph type="body" idx="1"/>
          </p:nvPr>
        </p:nvSpPr>
        <p:spPr>
          <a:xfrm>
            <a:off x="944959" y="5615678"/>
            <a:ext cx="5669757" cy="2581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rmAutofit/>
          </a:bodyPr>
          <a:lstStyle>
            <a:lvl1pPr marL="457200" lvl="0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marL="914400" lvl="1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marL="1371600" lvl="2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marL="1828800" lvl="3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marL="2286000" lvl="4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marL="2743200" lvl="5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marL="3200400" lvl="6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marL="3657600" lvl="7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marL="4114800" lvl="8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2" name="Google Shape;12;p5"/>
          <p:cNvSpPr txBox="1">
            <a:spLocks noGrp="1"/>
          </p:cNvSpPr>
          <p:nvPr>
            <p:ph type="sldNum" idx="12"/>
          </p:nvPr>
        </p:nvSpPr>
        <p:spPr>
          <a:xfrm>
            <a:off x="6820600" y="10091194"/>
            <a:ext cx="219963" cy="205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ctr" anchorCtr="0">
            <a:sp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4"/>
          <p:cNvSpPr txBox="1">
            <a:spLocks noGrp="1"/>
          </p:cNvSpPr>
          <p:nvPr>
            <p:ph type="title"/>
          </p:nvPr>
        </p:nvSpPr>
        <p:spPr>
          <a:xfrm>
            <a:off x="566976" y="1749794"/>
            <a:ext cx="6425725" cy="372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b" anchorCtr="0">
            <a:normAutofit/>
          </a:bodyPr>
          <a:lstStyle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p4"/>
          <p:cNvSpPr txBox="1">
            <a:spLocks noGrp="1"/>
          </p:cNvSpPr>
          <p:nvPr>
            <p:ph type="body" idx="1"/>
          </p:nvPr>
        </p:nvSpPr>
        <p:spPr>
          <a:xfrm>
            <a:off x="944959" y="5615678"/>
            <a:ext cx="5669757" cy="2581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rm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4"/>
          <p:cNvSpPr txBox="1">
            <a:spLocks noGrp="1"/>
          </p:cNvSpPr>
          <p:nvPr>
            <p:ph type="sldNum" idx="12"/>
          </p:nvPr>
        </p:nvSpPr>
        <p:spPr>
          <a:xfrm>
            <a:off x="6820600" y="10091194"/>
            <a:ext cx="219963" cy="205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ctr" anchorCtr="0">
            <a:sp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jpg"/><Relationship Id="rId5" Type="http://schemas.openxmlformats.org/officeDocument/2006/relationships/image" Target="../media/image3.jp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jpg"/><Relationship Id="rId5" Type="http://schemas.openxmlformats.org/officeDocument/2006/relationships/image" Target="../media/image3.jp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jpg"/><Relationship Id="rId5" Type="http://schemas.openxmlformats.org/officeDocument/2006/relationships/image" Target="../media/image3.jp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">
          <a:extLst>
            <a:ext uri="{FF2B5EF4-FFF2-40B4-BE49-F238E27FC236}">
              <a16:creationId xmlns:a16="http://schemas.microsoft.com/office/drawing/2014/main" id="{B126B5E3-43C1-2D45-7172-5913CF8425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">
            <a:extLst>
              <a:ext uri="{FF2B5EF4-FFF2-40B4-BE49-F238E27FC236}">
                <a16:creationId xmlns:a16="http://schemas.microsoft.com/office/drawing/2014/main" id="{A5EE5CB6-12A2-D35D-E4E9-8FD018AA5603}"/>
              </a:ext>
            </a:extLst>
          </p:cNvPr>
          <p:cNvSpPr txBox="1"/>
          <p:nvPr/>
        </p:nvSpPr>
        <p:spPr>
          <a:xfrm>
            <a:off x="6010362" y="496012"/>
            <a:ext cx="1267715" cy="1863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dirty="0" smtClean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OOO </a:t>
            </a:r>
            <a:r>
              <a:rPr lang="ko-KR" altLang="en-US" sz="1200" dirty="0" smtClean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지점</a:t>
            </a:r>
            <a:endParaRPr sz="1200" u="none" strike="noStrike" cap="none" dirty="0">
              <a:solidFill>
                <a:srgbClr val="146152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  <a:sym typeface="Arial"/>
            </a:endParaRPr>
          </a:p>
        </p:txBody>
      </p:sp>
      <p:sp>
        <p:nvSpPr>
          <p:cNvPr id="22" name="Google Shape;22;p2">
            <a:extLst>
              <a:ext uri="{FF2B5EF4-FFF2-40B4-BE49-F238E27FC236}">
                <a16:creationId xmlns:a16="http://schemas.microsoft.com/office/drawing/2014/main" id="{7E14A02F-F46F-1094-16ED-98E2F0DA2046}"/>
              </a:ext>
            </a:extLst>
          </p:cNvPr>
          <p:cNvSpPr txBox="1"/>
          <p:nvPr/>
        </p:nvSpPr>
        <p:spPr>
          <a:xfrm>
            <a:off x="2523941" y="313013"/>
            <a:ext cx="336454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8E72"/>
              </a:buClr>
              <a:buSzPts val="2400"/>
              <a:buFont typeface="Arial"/>
              <a:buNone/>
            </a:pPr>
            <a:r>
              <a:rPr lang="en-US" sz="2400" b="1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키즈밀</a:t>
            </a:r>
            <a:r>
              <a:rPr lang="en-US" sz="24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 </a:t>
            </a:r>
            <a:r>
              <a:rPr lang="en-US" sz="2400" b="1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튼튼</a:t>
            </a:r>
            <a:r>
              <a:rPr lang="en-US" sz="24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 </a:t>
            </a:r>
            <a:r>
              <a:rPr lang="en-US" sz="2400" b="1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식단</a:t>
            </a:r>
            <a:r>
              <a:rPr lang="en-US" sz="24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 </a:t>
            </a:r>
            <a:r>
              <a:rPr lang="en-US" sz="1500" u="none" strike="noStrike" cap="none" dirty="0" smtClean="0">
                <a:solidFill>
                  <a:srgbClr val="146152"/>
                </a:solidFill>
                <a:latin typeface="OLDWEST" pitchFamily="2" charset="0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2026 </a:t>
            </a:r>
            <a:r>
              <a:rPr lang="en-US" sz="1500" dirty="0" smtClean="0">
                <a:solidFill>
                  <a:srgbClr val="146152"/>
                </a:solidFill>
                <a:latin typeface="OLDWEST" pitchFamily="2" charset="0"/>
                <a:ea typeface="Pretendard" panose="02000503000000020004" pitchFamily="2" charset="-127"/>
                <a:cs typeface="Pretendard" panose="02000503000000020004" pitchFamily="2" charset="-127"/>
              </a:rPr>
              <a:t>MAY</a:t>
            </a:r>
            <a:endParaRPr sz="1500" u="none" strike="noStrike" cap="none" dirty="0">
              <a:solidFill>
                <a:srgbClr val="146152"/>
              </a:solidFill>
              <a:latin typeface="OLDWEST" pitchFamily="2" charset="0"/>
              <a:ea typeface="Pretendard" panose="02000503000000020004" pitchFamily="2" charset="-127"/>
              <a:cs typeface="Pretendard" panose="02000503000000020004" pitchFamily="2" charset="-127"/>
              <a:sym typeface="Arial"/>
            </a:endParaRPr>
          </a:p>
        </p:txBody>
      </p:sp>
      <p:graphicFrame>
        <p:nvGraphicFramePr>
          <p:cNvPr id="17" name="Google Shape;17;p2">
            <a:extLst>
              <a:ext uri="{FF2B5EF4-FFF2-40B4-BE49-F238E27FC236}">
                <a16:creationId xmlns:a16="http://schemas.microsoft.com/office/drawing/2014/main" id="{FD0EAF99-6977-0928-BB3C-61B480A5CB7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436371990"/>
              </p:ext>
            </p:extLst>
          </p:nvPr>
        </p:nvGraphicFramePr>
        <p:xfrm>
          <a:off x="194988" y="1156203"/>
          <a:ext cx="7166525" cy="8830645"/>
        </p:xfrm>
        <a:graphic>
          <a:graphicData uri="http://schemas.openxmlformats.org/drawingml/2006/table">
            <a:tbl>
              <a:tblPr>
                <a:noFill/>
                <a:tableStyleId>{0CD827EC-5CFA-433B-8004-491D8FC1E32A}</a:tableStyleId>
              </a:tblPr>
              <a:tblGrid>
                <a:gridCol w="4345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4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46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46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46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464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264998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1주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3" gridSpan="4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endParaRPr sz="600" b="0" i="0" u="none" strike="noStrike" cap="none" dirty="0"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3"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3"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endParaRPr lang="ko-KR" altLang="en-US" sz="900" b="0" i="0" u="none" strike="noStrike" cap="none" dirty="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 rowSpan="3"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내용</a:t>
                      </a:r>
                      <a:br>
                        <a:rPr lang="ko-KR" altLang="en-US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</a:br>
                      <a:r>
                        <a:rPr lang="ko-KR" altLang="en-US" sz="9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내용</a:t>
                      </a:r>
                      <a:r>
                        <a:rPr lang="ko-KR" altLang="en-US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/>
                      </a:r>
                      <a:br>
                        <a:rPr lang="ko-KR" altLang="en-US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</a:br>
                      <a:r>
                        <a:rPr lang="ko-KR" altLang="en-US" sz="9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내용</a:t>
                      </a:r>
                      <a:r>
                        <a:rPr lang="ko-KR" altLang="en-US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/>
                      </a:r>
                      <a:br>
                        <a:rPr lang="ko-KR" altLang="en-US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</a:br>
                      <a:r>
                        <a:rPr lang="ko-KR" altLang="en-US" sz="9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내용</a:t>
                      </a:r>
                      <a:r>
                        <a:rPr lang="ko-KR" altLang="en-US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/>
                      </a:r>
                      <a:br>
                        <a:rPr lang="ko-KR" altLang="en-US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</a:br>
                      <a:r>
                        <a:rPr lang="ko-KR" altLang="en-US" sz="9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내용</a:t>
                      </a:r>
                      <a:r>
                        <a:rPr lang="ko-KR" altLang="en-US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/>
                      </a:r>
                      <a:br>
                        <a:rPr lang="ko-KR" altLang="en-US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</a:br>
                      <a:r>
                        <a:rPr lang="ko-KR" altLang="en-US" sz="9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내용</a:t>
                      </a:r>
                      <a:r>
                        <a:rPr lang="ko-KR" altLang="en-US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/>
                      </a:r>
                      <a:br>
                        <a:rPr lang="ko-KR" altLang="en-US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</a:br>
                      <a:r>
                        <a:rPr lang="ko-KR" altLang="en-US" sz="9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내용</a:t>
                      </a:r>
                      <a:endParaRPr lang="ko-KR" altLang="en-US" sz="900" b="0" i="0" u="none" strike="noStrike" cap="none" dirty="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2508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gridSpan="4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endParaRPr lang="ko-KR" altLang="en-US" sz="900" b="0" i="0" u="none" strike="noStrike" cap="none" dirty="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내용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2508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오후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gridSpan="4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endParaRPr lang="ko-KR" altLang="en-US" sz="900" b="0" i="0" u="none" strike="noStrike" cap="none" dirty="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내용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264998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2주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2508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2508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264998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3주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62508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62508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264998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4주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62508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62508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145573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5주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62508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b="1" i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62508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  <p:grpSp>
        <p:nvGrpSpPr>
          <p:cNvPr id="64" name="Google Shape;64;p2">
            <a:extLst>
              <a:ext uri="{FF2B5EF4-FFF2-40B4-BE49-F238E27FC236}">
                <a16:creationId xmlns:a16="http://schemas.microsoft.com/office/drawing/2014/main" id="{813A8125-7AAD-9608-BE31-C4FCD26C9CF8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4985001" y="135923"/>
            <a:ext cx="1436533" cy="634167"/>
            <a:chOff x="2636838" y="3954463"/>
            <a:chExt cx="3836987" cy="1693863"/>
          </a:xfrm>
        </p:grpSpPr>
        <p:grpSp>
          <p:nvGrpSpPr>
            <p:cNvPr id="65" name="Google Shape;65;p2">
              <a:extLst>
                <a:ext uri="{FF2B5EF4-FFF2-40B4-BE49-F238E27FC236}">
                  <a16:creationId xmlns:a16="http://schemas.microsoft.com/office/drawing/2014/main" id="{D030709F-E4F3-2BAA-709A-63A475F5CEA3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303588" y="4951413"/>
              <a:ext cx="1827212" cy="696913"/>
              <a:chOff x="3303588" y="4951413"/>
              <a:chExt cx="1827212" cy="696913"/>
            </a:xfrm>
          </p:grpSpPr>
          <p:sp>
            <p:nvSpPr>
              <p:cNvPr id="66" name="Google Shape;66;p2">
                <a:extLst>
                  <a:ext uri="{FF2B5EF4-FFF2-40B4-BE49-F238E27FC236}">
                    <a16:creationId xmlns:a16="http://schemas.microsoft.com/office/drawing/2014/main" id="{7F8539C4-C5F2-8185-996C-F4363F69671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33750" y="5003801"/>
                <a:ext cx="847725" cy="465138"/>
              </a:xfrm>
              <a:custGeom>
                <a:avLst/>
                <a:gdLst/>
                <a:ahLst/>
                <a:cxnLst/>
                <a:rect l="l" t="t" r="r" b="b"/>
                <a:pathLst>
                  <a:path w="312" h="171" extrusionOk="0">
                    <a:moveTo>
                      <a:pt x="302" y="115"/>
                    </a:moveTo>
                    <a:cubicBezTo>
                      <a:pt x="285" y="114"/>
                      <a:pt x="268" y="109"/>
                      <a:pt x="253" y="101"/>
                    </a:cubicBezTo>
                    <a:cubicBezTo>
                      <a:pt x="256" y="89"/>
                      <a:pt x="259" y="78"/>
                      <a:pt x="259" y="66"/>
                    </a:cubicBezTo>
                    <a:cubicBezTo>
                      <a:pt x="259" y="54"/>
                      <a:pt x="256" y="42"/>
                      <a:pt x="248" y="34"/>
                    </a:cubicBezTo>
                    <a:cubicBezTo>
                      <a:pt x="240" y="25"/>
                      <a:pt x="226" y="21"/>
                      <a:pt x="216" y="27"/>
                    </a:cubicBezTo>
                    <a:cubicBezTo>
                      <a:pt x="205" y="32"/>
                      <a:pt x="200" y="46"/>
                      <a:pt x="207" y="56"/>
                    </a:cubicBezTo>
                    <a:cubicBezTo>
                      <a:pt x="201" y="41"/>
                      <a:pt x="192" y="27"/>
                      <a:pt x="181" y="15"/>
                    </a:cubicBezTo>
                    <a:cubicBezTo>
                      <a:pt x="175" y="10"/>
                      <a:pt x="169" y="6"/>
                      <a:pt x="162" y="4"/>
                    </a:cubicBezTo>
                    <a:cubicBezTo>
                      <a:pt x="155" y="2"/>
                      <a:pt x="146" y="4"/>
                      <a:pt x="142" y="9"/>
                    </a:cubicBezTo>
                    <a:cubicBezTo>
                      <a:pt x="134" y="19"/>
                      <a:pt x="140" y="34"/>
                      <a:pt x="147" y="45"/>
                    </a:cubicBezTo>
                    <a:cubicBezTo>
                      <a:pt x="142" y="48"/>
                      <a:pt x="136" y="44"/>
                      <a:pt x="132" y="41"/>
                    </a:cubicBezTo>
                    <a:cubicBezTo>
                      <a:pt x="101" y="17"/>
                      <a:pt x="59" y="0"/>
                      <a:pt x="23" y="14"/>
                    </a:cubicBezTo>
                    <a:cubicBezTo>
                      <a:pt x="17" y="16"/>
                      <a:pt x="12" y="19"/>
                      <a:pt x="9" y="24"/>
                    </a:cubicBezTo>
                    <a:cubicBezTo>
                      <a:pt x="0" y="36"/>
                      <a:pt x="8" y="52"/>
                      <a:pt x="17" y="63"/>
                    </a:cubicBezTo>
                    <a:cubicBezTo>
                      <a:pt x="38" y="86"/>
                      <a:pt x="67" y="101"/>
                      <a:pt x="97" y="105"/>
                    </a:cubicBezTo>
                    <a:cubicBezTo>
                      <a:pt x="90" y="112"/>
                      <a:pt x="82" y="120"/>
                      <a:pt x="78" y="130"/>
                    </a:cubicBezTo>
                    <a:cubicBezTo>
                      <a:pt x="74" y="140"/>
                      <a:pt x="75" y="152"/>
                      <a:pt x="83" y="160"/>
                    </a:cubicBezTo>
                    <a:cubicBezTo>
                      <a:pt x="87" y="163"/>
                      <a:pt x="93" y="165"/>
                      <a:pt x="99" y="166"/>
                    </a:cubicBezTo>
                    <a:cubicBezTo>
                      <a:pt x="126" y="171"/>
                      <a:pt x="156" y="163"/>
                      <a:pt x="177" y="145"/>
                    </a:cubicBezTo>
                    <a:cubicBezTo>
                      <a:pt x="177" y="156"/>
                      <a:pt x="190" y="165"/>
                      <a:pt x="201" y="164"/>
                    </a:cubicBezTo>
                    <a:cubicBezTo>
                      <a:pt x="212" y="162"/>
                      <a:pt x="221" y="152"/>
                      <a:pt x="224" y="141"/>
                    </a:cubicBezTo>
                    <a:cubicBezTo>
                      <a:pt x="227" y="130"/>
                      <a:pt x="225" y="118"/>
                      <a:pt x="221" y="107"/>
                    </a:cubicBezTo>
                    <a:cubicBezTo>
                      <a:pt x="250" y="116"/>
                      <a:pt x="281" y="123"/>
                      <a:pt x="312" y="128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67" name="Google Shape;67;p2">
                <a:extLst>
                  <a:ext uri="{FF2B5EF4-FFF2-40B4-BE49-F238E27FC236}">
                    <a16:creationId xmlns:a16="http://schemas.microsoft.com/office/drawing/2014/main" id="{9F382793-5E82-3193-0104-6BDC18269E8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749800" y="5414963"/>
                <a:ext cx="57150" cy="217488"/>
              </a:xfrm>
              <a:custGeom>
                <a:avLst/>
                <a:gdLst/>
                <a:ahLst/>
                <a:cxnLst/>
                <a:rect l="l" t="t" r="r" b="b"/>
                <a:pathLst>
                  <a:path w="21" h="80" extrusionOk="0">
                    <a:moveTo>
                      <a:pt x="5" y="78"/>
                    </a:moveTo>
                    <a:cubicBezTo>
                      <a:pt x="16" y="54"/>
                      <a:pt x="21" y="28"/>
                      <a:pt x="18" y="2"/>
                    </a:cubicBezTo>
                    <a:cubicBezTo>
                      <a:pt x="18" y="0"/>
                      <a:pt x="14" y="0"/>
                      <a:pt x="14" y="3"/>
                    </a:cubicBezTo>
                    <a:cubicBezTo>
                      <a:pt x="16" y="28"/>
                      <a:pt x="12" y="53"/>
                      <a:pt x="1" y="76"/>
                    </a:cubicBezTo>
                    <a:cubicBezTo>
                      <a:pt x="0" y="78"/>
                      <a:pt x="4" y="80"/>
                      <a:pt x="5" y="7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68" name="Google Shape;68;p2">
                <a:extLst>
                  <a:ext uri="{FF2B5EF4-FFF2-40B4-BE49-F238E27FC236}">
                    <a16:creationId xmlns:a16="http://schemas.microsoft.com/office/drawing/2014/main" id="{19A79442-C8A4-EAD7-547B-7DF051D03AF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803775" y="5570538"/>
                <a:ext cx="25400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9" h="19" extrusionOk="0">
                    <a:moveTo>
                      <a:pt x="5" y="16"/>
                    </a:moveTo>
                    <a:cubicBezTo>
                      <a:pt x="7" y="12"/>
                      <a:pt x="9" y="8"/>
                      <a:pt x="9" y="4"/>
                    </a:cubicBezTo>
                    <a:cubicBezTo>
                      <a:pt x="9" y="1"/>
                      <a:pt x="5" y="0"/>
                      <a:pt x="5" y="3"/>
                    </a:cubicBezTo>
                    <a:cubicBezTo>
                      <a:pt x="4" y="7"/>
                      <a:pt x="3" y="11"/>
                      <a:pt x="2" y="15"/>
                    </a:cubicBezTo>
                    <a:cubicBezTo>
                      <a:pt x="0" y="17"/>
                      <a:pt x="4" y="19"/>
                      <a:pt x="5" y="1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69" name="Google Shape;69;p2">
                <a:extLst>
                  <a:ext uri="{FF2B5EF4-FFF2-40B4-BE49-F238E27FC236}">
                    <a16:creationId xmlns:a16="http://schemas.microsoft.com/office/drawing/2014/main" id="{4B5A9050-9183-9CC0-137A-EEA22B61E14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859338" y="5400676"/>
                <a:ext cx="57150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21" h="73" extrusionOk="0">
                    <a:moveTo>
                      <a:pt x="5" y="71"/>
                    </a:moveTo>
                    <a:cubicBezTo>
                      <a:pt x="16" y="50"/>
                      <a:pt x="21" y="26"/>
                      <a:pt x="18" y="2"/>
                    </a:cubicBezTo>
                    <a:cubicBezTo>
                      <a:pt x="18" y="0"/>
                      <a:pt x="14" y="0"/>
                      <a:pt x="14" y="3"/>
                    </a:cubicBezTo>
                    <a:cubicBezTo>
                      <a:pt x="16" y="26"/>
                      <a:pt x="12" y="49"/>
                      <a:pt x="1" y="69"/>
                    </a:cubicBezTo>
                    <a:cubicBezTo>
                      <a:pt x="0" y="72"/>
                      <a:pt x="4" y="73"/>
                      <a:pt x="5" y="7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0" name="Google Shape;70;p2">
                <a:extLst>
                  <a:ext uri="{FF2B5EF4-FFF2-40B4-BE49-F238E27FC236}">
                    <a16:creationId xmlns:a16="http://schemas.microsoft.com/office/drawing/2014/main" id="{4BB2C19B-16EF-A241-F5FD-0B177700C01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932363" y="5529263"/>
                <a:ext cx="23812" cy="71438"/>
              </a:xfrm>
              <a:custGeom>
                <a:avLst/>
                <a:gdLst/>
                <a:ahLst/>
                <a:cxnLst/>
                <a:rect l="l" t="t" r="r" b="b"/>
                <a:pathLst>
                  <a:path w="9" h="26" extrusionOk="0">
                    <a:moveTo>
                      <a:pt x="5" y="23"/>
                    </a:moveTo>
                    <a:cubicBezTo>
                      <a:pt x="8" y="17"/>
                      <a:pt x="9" y="10"/>
                      <a:pt x="8" y="3"/>
                    </a:cubicBezTo>
                    <a:cubicBezTo>
                      <a:pt x="7" y="0"/>
                      <a:pt x="3" y="1"/>
                      <a:pt x="4" y="4"/>
                    </a:cubicBezTo>
                    <a:cubicBezTo>
                      <a:pt x="5" y="10"/>
                      <a:pt x="4" y="16"/>
                      <a:pt x="1" y="22"/>
                    </a:cubicBezTo>
                    <a:cubicBezTo>
                      <a:pt x="0" y="24"/>
                      <a:pt x="4" y="26"/>
                      <a:pt x="5" y="2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1" name="Google Shape;71;p2">
                <a:extLst>
                  <a:ext uri="{FF2B5EF4-FFF2-40B4-BE49-F238E27FC236}">
                    <a16:creationId xmlns:a16="http://schemas.microsoft.com/office/drawing/2014/main" id="{11DE0B10-C65D-660F-4712-9E962E96B3F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997450" y="5487988"/>
                <a:ext cx="34925" cy="122238"/>
              </a:xfrm>
              <a:custGeom>
                <a:avLst/>
                <a:gdLst/>
                <a:ahLst/>
                <a:cxnLst/>
                <a:rect l="l" t="t" r="r" b="b"/>
                <a:pathLst>
                  <a:path w="13" h="45" extrusionOk="0">
                    <a:moveTo>
                      <a:pt x="5" y="43"/>
                    </a:moveTo>
                    <a:cubicBezTo>
                      <a:pt x="11" y="30"/>
                      <a:pt x="13" y="17"/>
                      <a:pt x="12" y="3"/>
                    </a:cubicBezTo>
                    <a:cubicBezTo>
                      <a:pt x="12" y="0"/>
                      <a:pt x="8" y="1"/>
                      <a:pt x="8" y="3"/>
                    </a:cubicBezTo>
                    <a:cubicBezTo>
                      <a:pt x="9" y="16"/>
                      <a:pt x="7" y="29"/>
                      <a:pt x="2" y="41"/>
                    </a:cubicBezTo>
                    <a:cubicBezTo>
                      <a:pt x="0" y="43"/>
                      <a:pt x="4" y="45"/>
                      <a:pt x="5" y="4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2" name="Google Shape;72;p2">
                <a:extLst>
                  <a:ext uri="{FF2B5EF4-FFF2-40B4-BE49-F238E27FC236}">
                    <a16:creationId xmlns:a16="http://schemas.microsoft.com/office/drawing/2014/main" id="{056BE128-7C94-EE65-EC5C-225EDEA45F4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121150" y="5168901"/>
                <a:ext cx="1009650" cy="479425"/>
              </a:xfrm>
              <a:custGeom>
                <a:avLst/>
                <a:gdLst/>
                <a:ahLst/>
                <a:cxnLst/>
                <a:rect l="l" t="t" r="r" b="b"/>
                <a:pathLst>
                  <a:path w="371" h="176" extrusionOk="0">
                    <a:moveTo>
                      <a:pt x="68" y="1"/>
                    </a:moveTo>
                    <a:cubicBezTo>
                      <a:pt x="23" y="5"/>
                      <a:pt x="0" y="57"/>
                      <a:pt x="12" y="97"/>
                    </a:cubicBezTo>
                    <a:cubicBezTo>
                      <a:pt x="21" y="124"/>
                      <a:pt x="43" y="136"/>
                      <a:pt x="68" y="146"/>
                    </a:cubicBezTo>
                    <a:cubicBezTo>
                      <a:pt x="104" y="160"/>
                      <a:pt x="144" y="165"/>
                      <a:pt x="183" y="169"/>
                    </a:cubicBezTo>
                    <a:cubicBezTo>
                      <a:pt x="218" y="173"/>
                      <a:pt x="254" y="176"/>
                      <a:pt x="290" y="175"/>
                    </a:cubicBezTo>
                    <a:cubicBezTo>
                      <a:pt x="315" y="174"/>
                      <a:pt x="347" y="169"/>
                      <a:pt x="358" y="144"/>
                    </a:cubicBezTo>
                    <a:cubicBezTo>
                      <a:pt x="371" y="117"/>
                      <a:pt x="328" y="97"/>
                      <a:pt x="310" y="86"/>
                    </a:cubicBezTo>
                    <a:cubicBezTo>
                      <a:pt x="273" y="64"/>
                      <a:pt x="233" y="48"/>
                      <a:pt x="192" y="34"/>
                    </a:cubicBezTo>
                    <a:cubicBezTo>
                      <a:pt x="170" y="26"/>
                      <a:pt x="147" y="19"/>
                      <a:pt x="125" y="12"/>
                    </a:cubicBezTo>
                    <a:cubicBezTo>
                      <a:pt x="106" y="6"/>
                      <a:pt x="88" y="0"/>
                      <a:pt x="68" y="1"/>
                    </a:cubicBezTo>
                    <a:cubicBezTo>
                      <a:pt x="63" y="1"/>
                      <a:pt x="64" y="10"/>
                      <a:pt x="69" y="9"/>
                    </a:cubicBezTo>
                    <a:cubicBezTo>
                      <a:pt x="89" y="9"/>
                      <a:pt x="108" y="15"/>
                      <a:pt x="126" y="21"/>
                    </a:cubicBezTo>
                    <a:cubicBezTo>
                      <a:pt x="144" y="27"/>
                      <a:pt x="162" y="32"/>
                      <a:pt x="179" y="38"/>
                    </a:cubicBezTo>
                    <a:cubicBezTo>
                      <a:pt x="218" y="51"/>
                      <a:pt x="256" y="66"/>
                      <a:pt x="293" y="86"/>
                    </a:cubicBezTo>
                    <a:cubicBezTo>
                      <a:pt x="308" y="94"/>
                      <a:pt x="323" y="103"/>
                      <a:pt x="336" y="112"/>
                    </a:cubicBezTo>
                    <a:cubicBezTo>
                      <a:pt x="343" y="117"/>
                      <a:pt x="350" y="124"/>
                      <a:pt x="352" y="133"/>
                    </a:cubicBezTo>
                    <a:cubicBezTo>
                      <a:pt x="355" y="144"/>
                      <a:pt x="342" y="153"/>
                      <a:pt x="333" y="158"/>
                    </a:cubicBezTo>
                    <a:cubicBezTo>
                      <a:pt x="308" y="171"/>
                      <a:pt x="273" y="167"/>
                      <a:pt x="245" y="166"/>
                    </a:cubicBezTo>
                    <a:cubicBezTo>
                      <a:pt x="209" y="164"/>
                      <a:pt x="172" y="160"/>
                      <a:pt x="136" y="155"/>
                    </a:cubicBezTo>
                    <a:cubicBezTo>
                      <a:pt x="103" y="149"/>
                      <a:pt x="58" y="142"/>
                      <a:pt x="33" y="116"/>
                    </a:cubicBezTo>
                    <a:cubicBezTo>
                      <a:pt x="0" y="83"/>
                      <a:pt x="22" y="14"/>
                      <a:pt x="69" y="9"/>
                    </a:cubicBezTo>
                    <a:cubicBezTo>
                      <a:pt x="75" y="9"/>
                      <a:pt x="73" y="1"/>
                      <a:pt x="68" y="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3" name="Google Shape;73;p2">
                <a:extLst>
                  <a:ext uri="{FF2B5EF4-FFF2-40B4-BE49-F238E27FC236}">
                    <a16:creationId xmlns:a16="http://schemas.microsoft.com/office/drawing/2014/main" id="{8A243E5C-ACA2-123A-EBAA-32DA6A9C0BF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64025" y="5351463"/>
                <a:ext cx="57150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21" h="73" extrusionOk="0">
                    <a:moveTo>
                      <a:pt x="5" y="70"/>
                    </a:moveTo>
                    <a:cubicBezTo>
                      <a:pt x="15" y="49"/>
                      <a:pt x="20" y="26"/>
                      <a:pt x="21" y="3"/>
                    </a:cubicBezTo>
                    <a:cubicBezTo>
                      <a:pt x="21" y="0"/>
                      <a:pt x="17" y="0"/>
                      <a:pt x="17" y="2"/>
                    </a:cubicBezTo>
                    <a:cubicBezTo>
                      <a:pt x="16" y="26"/>
                      <a:pt x="11" y="48"/>
                      <a:pt x="1" y="69"/>
                    </a:cubicBezTo>
                    <a:cubicBezTo>
                      <a:pt x="0" y="71"/>
                      <a:pt x="4" y="73"/>
                      <a:pt x="5" y="7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4" name="Google Shape;74;p2">
                <a:extLst>
                  <a:ext uri="{FF2B5EF4-FFF2-40B4-BE49-F238E27FC236}">
                    <a16:creationId xmlns:a16="http://schemas.microsoft.com/office/drawing/2014/main" id="{0C77F8F3-030B-90D0-1F99-8EC7CDAD65E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375150" y="5205413"/>
                <a:ext cx="88900" cy="342900"/>
              </a:xfrm>
              <a:custGeom>
                <a:avLst/>
                <a:gdLst/>
                <a:ahLst/>
                <a:cxnLst/>
                <a:rect l="l" t="t" r="r" b="b"/>
                <a:pathLst>
                  <a:path w="33" h="126" extrusionOk="0">
                    <a:moveTo>
                      <a:pt x="5" y="124"/>
                    </a:moveTo>
                    <a:cubicBezTo>
                      <a:pt x="24" y="86"/>
                      <a:pt x="33" y="45"/>
                      <a:pt x="31" y="3"/>
                    </a:cubicBezTo>
                    <a:cubicBezTo>
                      <a:pt x="30" y="0"/>
                      <a:pt x="26" y="1"/>
                      <a:pt x="26" y="4"/>
                    </a:cubicBezTo>
                    <a:cubicBezTo>
                      <a:pt x="29" y="45"/>
                      <a:pt x="20" y="85"/>
                      <a:pt x="2" y="122"/>
                    </a:cubicBezTo>
                    <a:cubicBezTo>
                      <a:pt x="0" y="125"/>
                      <a:pt x="4" y="126"/>
                      <a:pt x="5" y="12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5" name="Google Shape;75;p2">
                <a:extLst>
                  <a:ext uri="{FF2B5EF4-FFF2-40B4-BE49-F238E27FC236}">
                    <a16:creationId xmlns:a16="http://schemas.microsoft.com/office/drawing/2014/main" id="{94790ED0-2066-096D-E4FF-AEBBF319293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40238" y="5502276"/>
                <a:ext cx="22225" cy="49213"/>
              </a:xfrm>
              <a:custGeom>
                <a:avLst/>
                <a:gdLst/>
                <a:ahLst/>
                <a:cxnLst/>
                <a:rect l="l" t="t" r="r" b="b"/>
                <a:pathLst>
                  <a:path w="8" h="18" extrusionOk="0">
                    <a:moveTo>
                      <a:pt x="4" y="15"/>
                    </a:moveTo>
                    <a:cubicBezTo>
                      <a:pt x="5" y="11"/>
                      <a:pt x="6" y="7"/>
                      <a:pt x="7" y="3"/>
                    </a:cubicBezTo>
                    <a:cubicBezTo>
                      <a:pt x="8" y="1"/>
                      <a:pt x="3" y="0"/>
                      <a:pt x="3" y="3"/>
                    </a:cubicBezTo>
                    <a:cubicBezTo>
                      <a:pt x="2" y="7"/>
                      <a:pt x="1" y="11"/>
                      <a:pt x="0" y="15"/>
                    </a:cubicBezTo>
                    <a:cubicBezTo>
                      <a:pt x="0" y="17"/>
                      <a:pt x="4" y="18"/>
                      <a:pt x="4" y="1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6" name="Google Shape;76;p2">
                <a:extLst>
                  <a:ext uri="{FF2B5EF4-FFF2-40B4-BE49-F238E27FC236}">
                    <a16:creationId xmlns:a16="http://schemas.microsoft.com/office/drawing/2014/main" id="{D5C447C9-A315-B06D-7FBA-02CF77D96A6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05325" y="5430838"/>
                <a:ext cx="57150" cy="182563"/>
              </a:xfrm>
              <a:custGeom>
                <a:avLst/>
                <a:gdLst/>
                <a:ahLst/>
                <a:cxnLst/>
                <a:rect l="l" t="t" r="r" b="b"/>
                <a:pathLst>
                  <a:path w="21" h="67" extrusionOk="0">
                    <a:moveTo>
                      <a:pt x="5" y="64"/>
                    </a:moveTo>
                    <a:cubicBezTo>
                      <a:pt x="16" y="45"/>
                      <a:pt x="21" y="25"/>
                      <a:pt x="20" y="3"/>
                    </a:cubicBezTo>
                    <a:cubicBezTo>
                      <a:pt x="20" y="1"/>
                      <a:pt x="16" y="0"/>
                      <a:pt x="16" y="3"/>
                    </a:cubicBezTo>
                    <a:cubicBezTo>
                      <a:pt x="16" y="24"/>
                      <a:pt x="12" y="44"/>
                      <a:pt x="2" y="63"/>
                    </a:cubicBezTo>
                    <a:cubicBezTo>
                      <a:pt x="0" y="65"/>
                      <a:pt x="4" y="67"/>
                      <a:pt x="5" y="6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7" name="Google Shape;77;p2">
                <a:extLst>
                  <a:ext uri="{FF2B5EF4-FFF2-40B4-BE49-F238E27FC236}">
                    <a16:creationId xmlns:a16="http://schemas.microsoft.com/office/drawing/2014/main" id="{58E0D0AB-86C5-AC0A-16AA-D3757523DAA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81525" y="5483226"/>
                <a:ext cx="22225" cy="60325"/>
              </a:xfrm>
              <a:custGeom>
                <a:avLst/>
                <a:gdLst/>
                <a:ahLst/>
                <a:cxnLst/>
                <a:rect l="l" t="t" r="r" b="b"/>
                <a:pathLst>
                  <a:path w="8" h="22" extrusionOk="0">
                    <a:moveTo>
                      <a:pt x="5" y="19"/>
                    </a:moveTo>
                    <a:cubicBezTo>
                      <a:pt x="7" y="14"/>
                      <a:pt x="8" y="9"/>
                      <a:pt x="7" y="3"/>
                    </a:cubicBezTo>
                    <a:cubicBezTo>
                      <a:pt x="7" y="0"/>
                      <a:pt x="3" y="1"/>
                      <a:pt x="3" y="4"/>
                    </a:cubicBezTo>
                    <a:cubicBezTo>
                      <a:pt x="3" y="8"/>
                      <a:pt x="3" y="13"/>
                      <a:pt x="1" y="18"/>
                    </a:cubicBezTo>
                    <a:cubicBezTo>
                      <a:pt x="0" y="20"/>
                      <a:pt x="4" y="22"/>
                      <a:pt x="5" y="1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8" name="Google Shape;78;p2">
                <a:extLst>
                  <a:ext uri="{FF2B5EF4-FFF2-40B4-BE49-F238E27FC236}">
                    <a16:creationId xmlns:a16="http://schemas.microsoft.com/office/drawing/2014/main" id="{CC00A906-F989-8EE0-5C82-308AC2F68EE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622800" y="5322888"/>
                <a:ext cx="58737" cy="247650"/>
              </a:xfrm>
              <a:custGeom>
                <a:avLst/>
                <a:gdLst/>
                <a:ahLst/>
                <a:cxnLst/>
                <a:rect l="l" t="t" r="r" b="b"/>
                <a:pathLst>
                  <a:path w="22" h="91" extrusionOk="0">
                    <a:moveTo>
                      <a:pt x="5" y="88"/>
                    </a:moveTo>
                    <a:cubicBezTo>
                      <a:pt x="18" y="62"/>
                      <a:pt x="22" y="33"/>
                      <a:pt x="18" y="3"/>
                    </a:cubicBezTo>
                    <a:cubicBezTo>
                      <a:pt x="18" y="0"/>
                      <a:pt x="14" y="1"/>
                      <a:pt x="14" y="4"/>
                    </a:cubicBezTo>
                    <a:cubicBezTo>
                      <a:pt x="18" y="33"/>
                      <a:pt x="14" y="61"/>
                      <a:pt x="1" y="87"/>
                    </a:cubicBezTo>
                    <a:cubicBezTo>
                      <a:pt x="0" y="89"/>
                      <a:pt x="4" y="91"/>
                      <a:pt x="5" y="8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9" name="Google Shape;79;p2">
                <a:extLst>
                  <a:ext uri="{FF2B5EF4-FFF2-40B4-BE49-F238E27FC236}">
                    <a16:creationId xmlns:a16="http://schemas.microsoft.com/office/drawing/2014/main" id="{5D763AE3-A0C8-66C4-CB00-BB663A99018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725988" y="5349876"/>
                <a:ext cx="19050" cy="58738"/>
              </a:xfrm>
              <a:custGeom>
                <a:avLst/>
                <a:gdLst/>
                <a:ahLst/>
                <a:cxnLst/>
                <a:rect l="l" t="t" r="r" b="b"/>
                <a:pathLst>
                  <a:path w="7" h="22" extrusionOk="0">
                    <a:moveTo>
                      <a:pt x="5" y="20"/>
                    </a:moveTo>
                    <a:cubicBezTo>
                      <a:pt x="7" y="14"/>
                      <a:pt x="7" y="9"/>
                      <a:pt x="7" y="3"/>
                    </a:cubicBezTo>
                    <a:cubicBezTo>
                      <a:pt x="7" y="0"/>
                      <a:pt x="3" y="1"/>
                      <a:pt x="3" y="4"/>
                    </a:cubicBezTo>
                    <a:cubicBezTo>
                      <a:pt x="3" y="8"/>
                      <a:pt x="3" y="13"/>
                      <a:pt x="1" y="18"/>
                    </a:cubicBezTo>
                    <a:cubicBezTo>
                      <a:pt x="0" y="21"/>
                      <a:pt x="4" y="22"/>
                      <a:pt x="5" y="2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0" name="Google Shape;80;p2">
                <a:extLst>
                  <a:ext uri="{FF2B5EF4-FFF2-40B4-BE49-F238E27FC236}">
                    <a16:creationId xmlns:a16="http://schemas.microsoft.com/office/drawing/2014/main" id="{F86B4BFE-03B5-784F-A0C7-1CF707B0093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03588" y="4951413"/>
                <a:ext cx="881062" cy="550863"/>
              </a:xfrm>
              <a:custGeom>
                <a:avLst/>
                <a:gdLst/>
                <a:ahLst/>
                <a:cxnLst/>
                <a:rect l="l" t="t" r="r" b="b"/>
                <a:pathLst>
                  <a:path w="324" h="202" extrusionOk="0">
                    <a:moveTo>
                      <a:pt x="317" y="145"/>
                    </a:moveTo>
                    <a:cubicBezTo>
                      <a:pt x="290" y="138"/>
                      <a:pt x="264" y="130"/>
                      <a:pt x="238" y="123"/>
                    </a:cubicBezTo>
                    <a:cubicBezTo>
                      <a:pt x="235" y="122"/>
                      <a:pt x="233" y="125"/>
                      <a:pt x="235" y="127"/>
                    </a:cubicBezTo>
                    <a:cubicBezTo>
                      <a:pt x="241" y="136"/>
                      <a:pt x="243" y="145"/>
                      <a:pt x="242" y="155"/>
                    </a:cubicBezTo>
                    <a:cubicBezTo>
                      <a:pt x="241" y="161"/>
                      <a:pt x="238" y="166"/>
                      <a:pt x="235" y="171"/>
                    </a:cubicBezTo>
                    <a:cubicBezTo>
                      <a:pt x="233" y="173"/>
                      <a:pt x="232" y="175"/>
                      <a:pt x="230" y="177"/>
                    </a:cubicBezTo>
                    <a:cubicBezTo>
                      <a:pt x="218" y="185"/>
                      <a:pt x="210" y="181"/>
                      <a:pt x="207" y="165"/>
                    </a:cubicBezTo>
                    <a:cubicBezTo>
                      <a:pt x="208" y="162"/>
                      <a:pt x="205" y="160"/>
                      <a:pt x="203" y="162"/>
                    </a:cubicBezTo>
                    <a:cubicBezTo>
                      <a:pt x="183" y="175"/>
                      <a:pt x="158" y="185"/>
                      <a:pt x="135" y="187"/>
                    </a:cubicBezTo>
                    <a:cubicBezTo>
                      <a:pt x="122" y="189"/>
                      <a:pt x="109" y="185"/>
                      <a:pt x="99" y="177"/>
                    </a:cubicBezTo>
                    <a:cubicBezTo>
                      <a:pt x="85" y="166"/>
                      <a:pt x="85" y="144"/>
                      <a:pt x="100" y="134"/>
                    </a:cubicBezTo>
                    <a:cubicBezTo>
                      <a:pt x="102" y="133"/>
                      <a:pt x="101" y="130"/>
                      <a:pt x="98" y="129"/>
                    </a:cubicBezTo>
                    <a:cubicBezTo>
                      <a:pt x="65" y="122"/>
                      <a:pt x="16" y="88"/>
                      <a:pt x="27" y="48"/>
                    </a:cubicBezTo>
                    <a:cubicBezTo>
                      <a:pt x="39" y="4"/>
                      <a:pt x="119" y="39"/>
                      <a:pt x="143" y="53"/>
                    </a:cubicBezTo>
                    <a:cubicBezTo>
                      <a:pt x="145" y="54"/>
                      <a:pt x="149" y="52"/>
                      <a:pt x="147" y="49"/>
                    </a:cubicBezTo>
                    <a:cubicBezTo>
                      <a:pt x="137" y="39"/>
                      <a:pt x="140" y="25"/>
                      <a:pt x="150" y="16"/>
                    </a:cubicBezTo>
                    <a:cubicBezTo>
                      <a:pt x="159" y="7"/>
                      <a:pt x="173" y="9"/>
                      <a:pt x="184" y="14"/>
                    </a:cubicBezTo>
                    <a:cubicBezTo>
                      <a:pt x="206" y="23"/>
                      <a:pt x="213" y="51"/>
                      <a:pt x="218" y="72"/>
                    </a:cubicBezTo>
                    <a:cubicBezTo>
                      <a:pt x="219" y="76"/>
                      <a:pt x="224" y="75"/>
                      <a:pt x="223" y="71"/>
                    </a:cubicBezTo>
                    <a:cubicBezTo>
                      <a:pt x="220" y="43"/>
                      <a:pt x="257" y="36"/>
                      <a:pt x="265" y="63"/>
                    </a:cubicBezTo>
                    <a:cubicBezTo>
                      <a:pt x="270" y="78"/>
                      <a:pt x="267" y="99"/>
                      <a:pt x="257" y="111"/>
                    </a:cubicBezTo>
                    <a:cubicBezTo>
                      <a:pt x="256" y="112"/>
                      <a:pt x="257" y="115"/>
                      <a:pt x="259" y="115"/>
                    </a:cubicBezTo>
                    <a:cubicBezTo>
                      <a:pt x="279" y="120"/>
                      <a:pt x="299" y="126"/>
                      <a:pt x="318" y="133"/>
                    </a:cubicBezTo>
                    <a:cubicBezTo>
                      <a:pt x="322" y="134"/>
                      <a:pt x="324" y="129"/>
                      <a:pt x="320" y="128"/>
                    </a:cubicBezTo>
                    <a:cubicBezTo>
                      <a:pt x="301" y="121"/>
                      <a:pt x="281" y="115"/>
                      <a:pt x="261" y="110"/>
                    </a:cubicBezTo>
                    <a:cubicBezTo>
                      <a:pt x="261" y="112"/>
                      <a:pt x="261" y="113"/>
                      <a:pt x="262" y="114"/>
                    </a:cubicBezTo>
                    <a:cubicBezTo>
                      <a:pt x="275" y="99"/>
                      <a:pt x="280" y="56"/>
                      <a:pt x="258" y="44"/>
                    </a:cubicBezTo>
                    <a:cubicBezTo>
                      <a:pt x="237" y="33"/>
                      <a:pt x="215" y="49"/>
                      <a:pt x="218" y="72"/>
                    </a:cubicBezTo>
                    <a:cubicBezTo>
                      <a:pt x="220" y="72"/>
                      <a:pt x="221" y="72"/>
                      <a:pt x="223" y="71"/>
                    </a:cubicBezTo>
                    <a:cubicBezTo>
                      <a:pt x="217" y="41"/>
                      <a:pt x="203" y="4"/>
                      <a:pt x="166" y="4"/>
                    </a:cubicBezTo>
                    <a:cubicBezTo>
                      <a:pt x="141" y="5"/>
                      <a:pt x="125" y="33"/>
                      <a:pt x="142" y="52"/>
                    </a:cubicBezTo>
                    <a:cubicBezTo>
                      <a:pt x="144" y="51"/>
                      <a:pt x="145" y="50"/>
                      <a:pt x="146" y="49"/>
                    </a:cubicBezTo>
                    <a:cubicBezTo>
                      <a:pt x="116" y="32"/>
                      <a:pt x="46" y="0"/>
                      <a:pt x="23" y="42"/>
                    </a:cubicBezTo>
                    <a:cubicBezTo>
                      <a:pt x="0" y="86"/>
                      <a:pt x="64" y="127"/>
                      <a:pt x="98" y="135"/>
                    </a:cubicBezTo>
                    <a:cubicBezTo>
                      <a:pt x="97" y="133"/>
                      <a:pt x="97" y="131"/>
                      <a:pt x="96" y="130"/>
                    </a:cubicBezTo>
                    <a:cubicBezTo>
                      <a:pt x="70" y="147"/>
                      <a:pt x="86" y="180"/>
                      <a:pt x="110" y="190"/>
                    </a:cubicBezTo>
                    <a:cubicBezTo>
                      <a:pt x="140" y="202"/>
                      <a:pt x="182" y="183"/>
                      <a:pt x="206" y="166"/>
                    </a:cubicBezTo>
                    <a:cubicBezTo>
                      <a:pt x="205" y="165"/>
                      <a:pt x="203" y="164"/>
                      <a:pt x="202" y="163"/>
                    </a:cubicBezTo>
                    <a:cubicBezTo>
                      <a:pt x="196" y="179"/>
                      <a:pt x="216" y="193"/>
                      <a:pt x="230" y="183"/>
                    </a:cubicBezTo>
                    <a:cubicBezTo>
                      <a:pt x="250" y="170"/>
                      <a:pt x="252" y="143"/>
                      <a:pt x="239" y="124"/>
                    </a:cubicBezTo>
                    <a:cubicBezTo>
                      <a:pt x="238" y="125"/>
                      <a:pt x="237" y="127"/>
                      <a:pt x="236" y="128"/>
                    </a:cubicBezTo>
                    <a:cubicBezTo>
                      <a:pt x="262" y="136"/>
                      <a:pt x="288" y="143"/>
                      <a:pt x="315" y="150"/>
                    </a:cubicBezTo>
                    <a:cubicBezTo>
                      <a:pt x="318" y="151"/>
                      <a:pt x="320" y="146"/>
                      <a:pt x="317" y="14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81" name="Google Shape;81;p2">
              <a:extLst>
                <a:ext uri="{FF2B5EF4-FFF2-40B4-BE49-F238E27FC236}">
                  <a16:creationId xmlns:a16="http://schemas.microsoft.com/office/drawing/2014/main" id="{DFC96853-0BDC-FA5F-2069-78AEE4528BC6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4170363" y="4240213"/>
              <a:ext cx="898525" cy="842963"/>
              <a:chOff x="4170363" y="4240213"/>
              <a:chExt cx="898525" cy="842963"/>
            </a:xfrm>
          </p:grpSpPr>
          <p:sp>
            <p:nvSpPr>
              <p:cNvPr id="82" name="Google Shape;82;p2">
                <a:extLst>
                  <a:ext uri="{FF2B5EF4-FFF2-40B4-BE49-F238E27FC236}">
                    <a16:creationId xmlns:a16="http://schemas.microsoft.com/office/drawing/2014/main" id="{D5969BFF-4514-3122-A890-CCB81D34E79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30688" y="4251326"/>
                <a:ext cx="442912" cy="239713"/>
              </a:xfrm>
              <a:custGeom>
                <a:avLst/>
                <a:gdLst/>
                <a:ahLst/>
                <a:cxnLst/>
                <a:rect l="l" t="t" r="r" b="b"/>
                <a:pathLst>
                  <a:path w="163" h="88" extrusionOk="0">
                    <a:moveTo>
                      <a:pt x="0" y="86"/>
                    </a:moveTo>
                    <a:cubicBezTo>
                      <a:pt x="4" y="77"/>
                      <a:pt x="12" y="71"/>
                      <a:pt x="22" y="69"/>
                    </a:cubicBezTo>
                    <a:cubicBezTo>
                      <a:pt x="31" y="66"/>
                      <a:pt x="41" y="67"/>
                      <a:pt x="51" y="69"/>
                    </a:cubicBezTo>
                    <a:cubicBezTo>
                      <a:pt x="60" y="71"/>
                      <a:pt x="70" y="74"/>
                      <a:pt x="79" y="77"/>
                    </a:cubicBezTo>
                    <a:cubicBezTo>
                      <a:pt x="58" y="71"/>
                      <a:pt x="42" y="51"/>
                      <a:pt x="42" y="29"/>
                    </a:cubicBezTo>
                    <a:cubicBezTo>
                      <a:pt x="50" y="42"/>
                      <a:pt x="66" y="48"/>
                      <a:pt x="76" y="60"/>
                    </a:cubicBezTo>
                    <a:cubicBezTo>
                      <a:pt x="70" y="47"/>
                      <a:pt x="67" y="33"/>
                      <a:pt x="66" y="19"/>
                    </a:cubicBezTo>
                    <a:cubicBezTo>
                      <a:pt x="66" y="16"/>
                      <a:pt x="66" y="14"/>
                      <a:pt x="67" y="12"/>
                    </a:cubicBezTo>
                    <a:cubicBezTo>
                      <a:pt x="69" y="7"/>
                      <a:pt x="76" y="7"/>
                      <a:pt x="81" y="4"/>
                    </a:cubicBezTo>
                    <a:cubicBezTo>
                      <a:pt x="80" y="20"/>
                      <a:pt x="82" y="37"/>
                      <a:pt x="89" y="52"/>
                    </a:cubicBezTo>
                    <a:cubicBezTo>
                      <a:pt x="92" y="58"/>
                      <a:pt x="95" y="64"/>
                      <a:pt x="100" y="68"/>
                    </a:cubicBezTo>
                    <a:cubicBezTo>
                      <a:pt x="106" y="49"/>
                      <a:pt x="106" y="29"/>
                      <a:pt x="100" y="10"/>
                    </a:cubicBezTo>
                    <a:cubicBezTo>
                      <a:pt x="100" y="9"/>
                      <a:pt x="99" y="7"/>
                      <a:pt x="100" y="6"/>
                    </a:cubicBezTo>
                    <a:cubicBezTo>
                      <a:pt x="100" y="5"/>
                      <a:pt x="101" y="3"/>
                      <a:pt x="102" y="4"/>
                    </a:cubicBezTo>
                    <a:cubicBezTo>
                      <a:pt x="103" y="4"/>
                      <a:pt x="104" y="4"/>
                      <a:pt x="104" y="5"/>
                    </a:cubicBezTo>
                    <a:cubicBezTo>
                      <a:pt x="112" y="12"/>
                      <a:pt x="117" y="22"/>
                      <a:pt x="119" y="33"/>
                    </a:cubicBezTo>
                    <a:cubicBezTo>
                      <a:pt x="121" y="31"/>
                      <a:pt x="122" y="29"/>
                      <a:pt x="124" y="27"/>
                    </a:cubicBezTo>
                    <a:cubicBezTo>
                      <a:pt x="129" y="21"/>
                      <a:pt x="134" y="15"/>
                      <a:pt x="141" y="10"/>
                    </a:cubicBezTo>
                    <a:cubicBezTo>
                      <a:pt x="147" y="5"/>
                      <a:pt x="154" y="1"/>
                      <a:pt x="163" y="0"/>
                    </a:cubicBezTo>
                    <a:cubicBezTo>
                      <a:pt x="159" y="5"/>
                      <a:pt x="156" y="9"/>
                      <a:pt x="152" y="14"/>
                    </a:cubicBezTo>
                    <a:cubicBezTo>
                      <a:pt x="144" y="25"/>
                      <a:pt x="136" y="37"/>
                      <a:pt x="129" y="50"/>
                    </a:cubicBezTo>
                    <a:cubicBezTo>
                      <a:pt x="128" y="52"/>
                      <a:pt x="127" y="54"/>
                      <a:pt x="125" y="56"/>
                    </a:cubicBezTo>
                    <a:cubicBezTo>
                      <a:pt x="123" y="57"/>
                      <a:pt x="122" y="58"/>
                      <a:pt x="120" y="58"/>
                    </a:cubicBezTo>
                    <a:cubicBezTo>
                      <a:pt x="106" y="65"/>
                      <a:pt x="95" y="76"/>
                      <a:pt x="82" y="85"/>
                    </a:cubicBezTo>
                    <a:cubicBezTo>
                      <a:pt x="80" y="86"/>
                      <a:pt x="79" y="87"/>
                      <a:pt x="77" y="87"/>
                    </a:cubicBezTo>
                    <a:cubicBezTo>
                      <a:pt x="74" y="88"/>
                      <a:pt x="71" y="85"/>
                      <a:pt x="68" y="84"/>
                    </a:cubicBezTo>
                    <a:cubicBezTo>
                      <a:pt x="59" y="77"/>
                      <a:pt x="46" y="75"/>
                      <a:pt x="35" y="76"/>
                    </a:cubicBezTo>
                    <a:cubicBezTo>
                      <a:pt x="23" y="78"/>
                      <a:pt x="12" y="82"/>
                      <a:pt x="1" y="86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3" name="Google Shape;83;p2">
                <a:extLst>
                  <a:ext uri="{FF2B5EF4-FFF2-40B4-BE49-F238E27FC236}">
                    <a16:creationId xmlns:a16="http://schemas.microsoft.com/office/drawing/2014/main" id="{97E8CB1B-5BC3-300D-A636-A17CBA664C2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170363" y="4300538"/>
                <a:ext cx="898525" cy="782638"/>
              </a:xfrm>
              <a:custGeom>
                <a:avLst/>
                <a:gdLst/>
                <a:ahLst/>
                <a:cxnLst/>
                <a:rect l="l" t="t" r="r" b="b"/>
                <a:pathLst>
                  <a:path w="330" h="287" extrusionOk="0">
                    <a:moveTo>
                      <a:pt x="260" y="10"/>
                    </a:moveTo>
                    <a:cubicBezTo>
                      <a:pt x="232" y="0"/>
                      <a:pt x="203" y="2"/>
                      <a:pt x="176" y="12"/>
                    </a:cubicBezTo>
                    <a:cubicBezTo>
                      <a:pt x="163" y="17"/>
                      <a:pt x="151" y="25"/>
                      <a:pt x="141" y="35"/>
                    </a:cubicBezTo>
                    <a:cubicBezTo>
                      <a:pt x="125" y="48"/>
                      <a:pt x="109" y="52"/>
                      <a:pt x="90" y="58"/>
                    </a:cubicBezTo>
                    <a:cubicBezTo>
                      <a:pt x="30" y="78"/>
                      <a:pt x="0" y="139"/>
                      <a:pt x="20" y="199"/>
                    </a:cubicBezTo>
                    <a:cubicBezTo>
                      <a:pt x="37" y="251"/>
                      <a:pt x="91" y="287"/>
                      <a:pt x="146" y="283"/>
                    </a:cubicBezTo>
                    <a:cubicBezTo>
                      <a:pt x="206" y="280"/>
                      <a:pt x="272" y="243"/>
                      <a:pt x="307" y="192"/>
                    </a:cubicBezTo>
                    <a:cubicBezTo>
                      <a:pt x="327" y="162"/>
                      <a:pt x="330" y="125"/>
                      <a:pt x="321" y="90"/>
                    </a:cubicBezTo>
                    <a:cubicBezTo>
                      <a:pt x="313" y="54"/>
                      <a:pt x="294" y="24"/>
                      <a:pt x="260" y="10"/>
                    </a:cubicBezTo>
                    <a:cubicBezTo>
                      <a:pt x="255" y="9"/>
                      <a:pt x="253" y="16"/>
                      <a:pt x="257" y="17"/>
                    </a:cubicBezTo>
                    <a:cubicBezTo>
                      <a:pt x="292" y="32"/>
                      <a:pt x="308" y="63"/>
                      <a:pt x="316" y="99"/>
                    </a:cubicBezTo>
                    <a:cubicBezTo>
                      <a:pt x="323" y="134"/>
                      <a:pt x="316" y="169"/>
                      <a:pt x="294" y="197"/>
                    </a:cubicBezTo>
                    <a:cubicBezTo>
                      <a:pt x="274" y="223"/>
                      <a:pt x="244" y="243"/>
                      <a:pt x="214" y="257"/>
                    </a:cubicBezTo>
                    <a:cubicBezTo>
                      <a:pt x="182" y="273"/>
                      <a:pt x="145" y="281"/>
                      <a:pt x="109" y="273"/>
                    </a:cubicBezTo>
                    <a:cubicBezTo>
                      <a:pt x="43" y="257"/>
                      <a:pt x="0" y="176"/>
                      <a:pt x="32" y="114"/>
                    </a:cubicBezTo>
                    <a:cubicBezTo>
                      <a:pt x="39" y="100"/>
                      <a:pt x="50" y="89"/>
                      <a:pt x="63" y="80"/>
                    </a:cubicBezTo>
                    <a:cubicBezTo>
                      <a:pt x="79" y="67"/>
                      <a:pt x="100" y="64"/>
                      <a:pt x="119" y="57"/>
                    </a:cubicBezTo>
                    <a:cubicBezTo>
                      <a:pt x="133" y="53"/>
                      <a:pt x="143" y="42"/>
                      <a:pt x="154" y="33"/>
                    </a:cubicBezTo>
                    <a:cubicBezTo>
                      <a:pt x="168" y="22"/>
                      <a:pt x="186" y="15"/>
                      <a:pt x="204" y="12"/>
                    </a:cubicBezTo>
                    <a:cubicBezTo>
                      <a:pt x="222" y="9"/>
                      <a:pt x="240" y="11"/>
                      <a:pt x="257" y="17"/>
                    </a:cubicBezTo>
                    <a:cubicBezTo>
                      <a:pt x="262" y="19"/>
                      <a:pt x="264" y="12"/>
                      <a:pt x="260" y="1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4" name="Google Shape;84;p2">
                <a:extLst>
                  <a:ext uri="{FF2B5EF4-FFF2-40B4-BE49-F238E27FC236}">
                    <a16:creationId xmlns:a16="http://schemas.microsoft.com/office/drawing/2014/main" id="{EEE621CF-AE61-C50B-6A81-F7E1ED01068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68788" y="4662488"/>
                <a:ext cx="60325" cy="207963"/>
              </a:xfrm>
              <a:custGeom>
                <a:avLst/>
                <a:gdLst/>
                <a:ahLst/>
                <a:cxnLst/>
                <a:rect l="l" t="t" r="r" b="b"/>
                <a:pathLst>
                  <a:path w="22" h="76" extrusionOk="0">
                    <a:moveTo>
                      <a:pt x="5" y="2"/>
                    </a:moveTo>
                    <a:cubicBezTo>
                      <a:pt x="0" y="27"/>
                      <a:pt x="4" y="52"/>
                      <a:pt x="18" y="74"/>
                    </a:cubicBezTo>
                    <a:cubicBezTo>
                      <a:pt x="19" y="76"/>
                      <a:pt x="22" y="74"/>
                      <a:pt x="21" y="72"/>
                    </a:cubicBezTo>
                    <a:cubicBezTo>
                      <a:pt x="8" y="51"/>
                      <a:pt x="4" y="27"/>
                      <a:pt x="9" y="3"/>
                    </a:cubicBezTo>
                    <a:cubicBezTo>
                      <a:pt x="9" y="0"/>
                      <a:pt x="6" y="0"/>
                      <a:pt x="5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5" name="Google Shape;85;p2">
                <a:extLst>
                  <a:ext uri="{FF2B5EF4-FFF2-40B4-BE49-F238E27FC236}">
                    <a16:creationId xmlns:a16="http://schemas.microsoft.com/office/drawing/2014/main" id="{66ABB63C-ABC2-B4AC-CFD7-D494908E01F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329113" y="4894263"/>
                <a:ext cx="58737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22" h="21" extrusionOk="0">
                    <a:moveTo>
                      <a:pt x="1" y="4"/>
                    </a:moveTo>
                    <a:cubicBezTo>
                      <a:pt x="5" y="11"/>
                      <a:pt x="11" y="17"/>
                      <a:pt x="18" y="20"/>
                    </a:cubicBezTo>
                    <a:cubicBezTo>
                      <a:pt x="20" y="21"/>
                      <a:pt x="22" y="18"/>
                      <a:pt x="20" y="17"/>
                    </a:cubicBezTo>
                    <a:cubicBezTo>
                      <a:pt x="13" y="14"/>
                      <a:pt x="8" y="9"/>
                      <a:pt x="4" y="2"/>
                    </a:cubicBezTo>
                    <a:cubicBezTo>
                      <a:pt x="3" y="0"/>
                      <a:pt x="0" y="2"/>
                      <a:pt x="1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6" name="Google Shape;86;p2">
                <a:extLst>
                  <a:ext uri="{FF2B5EF4-FFF2-40B4-BE49-F238E27FC236}">
                    <a16:creationId xmlns:a16="http://schemas.microsoft.com/office/drawing/2014/main" id="{7241B504-7A90-8CAE-11BE-5AD442ABBA3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06900" y="4262438"/>
                <a:ext cx="84137" cy="198438"/>
              </a:xfrm>
              <a:custGeom>
                <a:avLst/>
                <a:gdLst/>
                <a:ahLst/>
                <a:cxnLst/>
                <a:rect l="l" t="t" r="r" b="b"/>
                <a:pathLst>
                  <a:path w="31" h="73" extrusionOk="0">
                    <a:moveTo>
                      <a:pt x="4" y="3"/>
                    </a:moveTo>
                    <a:cubicBezTo>
                      <a:pt x="0" y="26"/>
                      <a:pt x="3" y="58"/>
                      <a:pt x="26" y="71"/>
                    </a:cubicBezTo>
                    <a:cubicBezTo>
                      <a:pt x="28" y="73"/>
                      <a:pt x="31" y="69"/>
                      <a:pt x="28" y="67"/>
                    </a:cubicBezTo>
                    <a:cubicBezTo>
                      <a:pt x="8" y="55"/>
                      <a:pt x="5" y="25"/>
                      <a:pt x="9" y="3"/>
                    </a:cubicBezTo>
                    <a:cubicBezTo>
                      <a:pt x="9" y="0"/>
                      <a:pt x="5" y="0"/>
                      <a:pt x="4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7" name="Google Shape;87;p2">
                <a:extLst>
                  <a:ext uri="{FF2B5EF4-FFF2-40B4-BE49-F238E27FC236}">
                    <a16:creationId xmlns:a16="http://schemas.microsoft.com/office/drawing/2014/main" id="{622EDCA2-D04F-9EDE-F74A-CD996644100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10075" y="4257676"/>
                <a:ext cx="106362" cy="184150"/>
              </a:xfrm>
              <a:custGeom>
                <a:avLst/>
                <a:gdLst/>
                <a:ahLst/>
                <a:cxnLst/>
                <a:rect l="l" t="t" r="r" b="b"/>
                <a:pathLst>
                  <a:path w="39" h="68" extrusionOk="0">
                    <a:moveTo>
                      <a:pt x="5" y="8"/>
                    </a:moveTo>
                    <a:cubicBezTo>
                      <a:pt x="11" y="6"/>
                      <a:pt x="16" y="5"/>
                      <a:pt x="22" y="5"/>
                    </a:cubicBezTo>
                    <a:cubicBezTo>
                      <a:pt x="21" y="4"/>
                      <a:pt x="20" y="3"/>
                      <a:pt x="19" y="2"/>
                    </a:cubicBezTo>
                    <a:cubicBezTo>
                      <a:pt x="14" y="25"/>
                      <a:pt x="12" y="52"/>
                      <a:pt x="34" y="67"/>
                    </a:cubicBezTo>
                    <a:cubicBezTo>
                      <a:pt x="37" y="68"/>
                      <a:pt x="39" y="64"/>
                      <a:pt x="37" y="63"/>
                    </a:cubicBezTo>
                    <a:cubicBezTo>
                      <a:pt x="16" y="49"/>
                      <a:pt x="20" y="23"/>
                      <a:pt x="24" y="2"/>
                    </a:cubicBezTo>
                    <a:cubicBezTo>
                      <a:pt x="24" y="1"/>
                      <a:pt x="22" y="0"/>
                      <a:pt x="21" y="0"/>
                    </a:cubicBezTo>
                    <a:cubicBezTo>
                      <a:pt x="15" y="0"/>
                      <a:pt x="9" y="2"/>
                      <a:pt x="3" y="4"/>
                    </a:cubicBezTo>
                    <a:cubicBezTo>
                      <a:pt x="0" y="5"/>
                      <a:pt x="2" y="10"/>
                      <a:pt x="5" y="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8" name="Google Shape;88;p2">
                <a:extLst>
                  <a:ext uri="{FF2B5EF4-FFF2-40B4-BE49-F238E27FC236}">
                    <a16:creationId xmlns:a16="http://schemas.microsoft.com/office/drawing/2014/main" id="{1ED7467A-1539-EE23-605F-A11303E7582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329113" y="4311651"/>
                <a:ext cx="130175" cy="149225"/>
              </a:xfrm>
              <a:custGeom>
                <a:avLst/>
                <a:gdLst/>
                <a:ahLst/>
                <a:cxnLst/>
                <a:rect l="l" t="t" r="r" b="b"/>
                <a:pathLst>
                  <a:path w="48" h="55" extrusionOk="0">
                    <a:moveTo>
                      <a:pt x="42" y="50"/>
                    </a:moveTo>
                    <a:cubicBezTo>
                      <a:pt x="19" y="45"/>
                      <a:pt x="9" y="24"/>
                      <a:pt x="6" y="3"/>
                    </a:cubicBezTo>
                    <a:cubicBezTo>
                      <a:pt x="4" y="4"/>
                      <a:pt x="3" y="5"/>
                      <a:pt x="1" y="5"/>
                    </a:cubicBezTo>
                    <a:cubicBezTo>
                      <a:pt x="12" y="21"/>
                      <a:pt x="26" y="34"/>
                      <a:pt x="43" y="44"/>
                    </a:cubicBezTo>
                    <a:cubicBezTo>
                      <a:pt x="45" y="46"/>
                      <a:pt x="48" y="42"/>
                      <a:pt x="45" y="40"/>
                    </a:cubicBezTo>
                    <a:cubicBezTo>
                      <a:pt x="29" y="30"/>
                      <a:pt x="16" y="18"/>
                      <a:pt x="5" y="2"/>
                    </a:cubicBezTo>
                    <a:cubicBezTo>
                      <a:pt x="4" y="0"/>
                      <a:pt x="0" y="2"/>
                      <a:pt x="1" y="4"/>
                    </a:cubicBezTo>
                    <a:cubicBezTo>
                      <a:pt x="5" y="28"/>
                      <a:pt x="17" y="50"/>
                      <a:pt x="42" y="55"/>
                    </a:cubicBezTo>
                    <a:cubicBezTo>
                      <a:pt x="45" y="55"/>
                      <a:pt x="45" y="50"/>
                      <a:pt x="42" y="5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9" name="Google Shape;89;p2">
                <a:extLst>
                  <a:ext uri="{FF2B5EF4-FFF2-40B4-BE49-F238E27FC236}">
                    <a16:creationId xmlns:a16="http://schemas.microsoft.com/office/drawing/2014/main" id="{9118E488-9572-B769-3CC3-68C29B64D3B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14813" y="4410076"/>
                <a:ext cx="214312" cy="84138"/>
              </a:xfrm>
              <a:custGeom>
                <a:avLst/>
                <a:gdLst/>
                <a:ahLst/>
                <a:cxnLst/>
                <a:rect l="l" t="t" r="r" b="b"/>
                <a:pathLst>
                  <a:path w="79" h="31" extrusionOk="0">
                    <a:moveTo>
                      <a:pt x="76" y="17"/>
                    </a:moveTo>
                    <a:cubicBezTo>
                      <a:pt x="51" y="7"/>
                      <a:pt x="18" y="0"/>
                      <a:pt x="1" y="27"/>
                    </a:cubicBezTo>
                    <a:cubicBezTo>
                      <a:pt x="0" y="29"/>
                      <a:pt x="2" y="31"/>
                      <a:pt x="4" y="31"/>
                    </a:cubicBezTo>
                    <a:cubicBezTo>
                      <a:pt x="27" y="22"/>
                      <a:pt x="50" y="19"/>
                      <a:pt x="74" y="21"/>
                    </a:cubicBezTo>
                    <a:cubicBezTo>
                      <a:pt x="78" y="21"/>
                      <a:pt x="78" y="16"/>
                      <a:pt x="75" y="16"/>
                    </a:cubicBezTo>
                    <a:cubicBezTo>
                      <a:pt x="50" y="14"/>
                      <a:pt x="26" y="18"/>
                      <a:pt x="2" y="26"/>
                    </a:cubicBezTo>
                    <a:cubicBezTo>
                      <a:pt x="3" y="27"/>
                      <a:pt x="4" y="29"/>
                      <a:pt x="5" y="30"/>
                    </a:cubicBezTo>
                    <a:cubicBezTo>
                      <a:pt x="21" y="5"/>
                      <a:pt x="52" y="12"/>
                      <a:pt x="74" y="21"/>
                    </a:cubicBezTo>
                    <a:cubicBezTo>
                      <a:pt x="77" y="23"/>
                      <a:pt x="79" y="18"/>
                      <a:pt x="76" y="1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0" name="Google Shape;90;p2">
                <a:extLst>
                  <a:ext uri="{FF2B5EF4-FFF2-40B4-BE49-F238E27FC236}">
                    <a16:creationId xmlns:a16="http://schemas.microsoft.com/office/drawing/2014/main" id="{4BF9E944-8EA1-AC04-2A3B-6DF32D71AE7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91038" y="4251326"/>
                <a:ext cx="74612" cy="193675"/>
              </a:xfrm>
              <a:custGeom>
                <a:avLst/>
                <a:gdLst/>
                <a:ahLst/>
                <a:cxnLst/>
                <a:rect l="l" t="t" r="r" b="b"/>
                <a:pathLst>
                  <a:path w="27" h="71" extrusionOk="0">
                    <a:moveTo>
                      <a:pt x="6" y="67"/>
                    </a:moveTo>
                    <a:cubicBezTo>
                      <a:pt x="15" y="47"/>
                      <a:pt x="17" y="25"/>
                      <a:pt x="12" y="3"/>
                    </a:cubicBezTo>
                    <a:cubicBezTo>
                      <a:pt x="10" y="4"/>
                      <a:pt x="9" y="4"/>
                      <a:pt x="7" y="5"/>
                    </a:cubicBezTo>
                    <a:cubicBezTo>
                      <a:pt x="18" y="15"/>
                      <a:pt x="22" y="24"/>
                      <a:pt x="20" y="39"/>
                    </a:cubicBezTo>
                    <a:cubicBezTo>
                      <a:pt x="19" y="48"/>
                      <a:pt x="17" y="58"/>
                      <a:pt x="11" y="66"/>
                    </a:cubicBezTo>
                    <a:cubicBezTo>
                      <a:pt x="9" y="68"/>
                      <a:pt x="13" y="71"/>
                      <a:pt x="15" y="69"/>
                    </a:cubicBezTo>
                    <a:cubicBezTo>
                      <a:pt x="22" y="59"/>
                      <a:pt x="24" y="47"/>
                      <a:pt x="25" y="35"/>
                    </a:cubicBezTo>
                    <a:cubicBezTo>
                      <a:pt x="27" y="20"/>
                      <a:pt x="22" y="11"/>
                      <a:pt x="11" y="2"/>
                    </a:cubicBezTo>
                    <a:cubicBezTo>
                      <a:pt x="10" y="0"/>
                      <a:pt x="6" y="1"/>
                      <a:pt x="7" y="4"/>
                    </a:cubicBezTo>
                    <a:cubicBezTo>
                      <a:pt x="12" y="25"/>
                      <a:pt x="10" y="46"/>
                      <a:pt x="1" y="66"/>
                    </a:cubicBezTo>
                    <a:cubicBezTo>
                      <a:pt x="0" y="68"/>
                      <a:pt x="4" y="70"/>
                      <a:pt x="6" y="6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1" name="Google Shape;91;p2">
                <a:extLst>
                  <a:ext uri="{FF2B5EF4-FFF2-40B4-BE49-F238E27FC236}">
                    <a16:creationId xmlns:a16="http://schemas.microsoft.com/office/drawing/2014/main" id="{AAF33243-C9F8-293A-93CA-10811A2E3CA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32313" y="4240213"/>
                <a:ext cx="149225" cy="182563"/>
              </a:xfrm>
              <a:custGeom>
                <a:avLst/>
                <a:gdLst/>
                <a:ahLst/>
                <a:cxnLst/>
                <a:rect l="l" t="t" r="r" b="b"/>
                <a:pathLst>
                  <a:path w="55" h="67" extrusionOk="0">
                    <a:moveTo>
                      <a:pt x="5" y="64"/>
                    </a:moveTo>
                    <a:cubicBezTo>
                      <a:pt x="9" y="39"/>
                      <a:pt x="33" y="18"/>
                      <a:pt x="53" y="6"/>
                    </a:cubicBezTo>
                    <a:cubicBezTo>
                      <a:pt x="52" y="5"/>
                      <a:pt x="51" y="4"/>
                      <a:pt x="50" y="3"/>
                    </a:cubicBezTo>
                    <a:cubicBezTo>
                      <a:pt x="45" y="15"/>
                      <a:pt x="35" y="23"/>
                      <a:pt x="27" y="33"/>
                    </a:cubicBezTo>
                    <a:cubicBezTo>
                      <a:pt x="21" y="39"/>
                      <a:pt x="14" y="46"/>
                      <a:pt x="15" y="55"/>
                    </a:cubicBezTo>
                    <a:cubicBezTo>
                      <a:pt x="15" y="58"/>
                      <a:pt x="20" y="57"/>
                      <a:pt x="20" y="54"/>
                    </a:cubicBezTo>
                    <a:cubicBezTo>
                      <a:pt x="19" y="44"/>
                      <a:pt x="34" y="32"/>
                      <a:pt x="40" y="26"/>
                    </a:cubicBezTo>
                    <a:cubicBezTo>
                      <a:pt x="46" y="19"/>
                      <a:pt x="51" y="12"/>
                      <a:pt x="54" y="4"/>
                    </a:cubicBezTo>
                    <a:cubicBezTo>
                      <a:pt x="55" y="2"/>
                      <a:pt x="53" y="0"/>
                      <a:pt x="51" y="1"/>
                    </a:cubicBezTo>
                    <a:cubicBezTo>
                      <a:pt x="29" y="15"/>
                      <a:pt x="4" y="37"/>
                      <a:pt x="0" y="63"/>
                    </a:cubicBezTo>
                    <a:cubicBezTo>
                      <a:pt x="0" y="67"/>
                      <a:pt x="5" y="67"/>
                      <a:pt x="5" y="6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92" name="Google Shape;92;p2">
              <a:extLst>
                <a:ext uri="{FF2B5EF4-FFF2-40B4-BE49-F238E27FC236}">
                  <a16:creationId xmlns:a16="http://schemas.microsoft.com/office/drawing/2014/main" id="{8DCBC6FF-A4E4-D069-CA0B-9198A598D376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2636838" y="3954463"/>
              <a:ext cx="508000" cy="623888"/>
              <a:chOff x="2636838" y="3954463"/>
              <a:chExt cx="508000" cy="623888"/>
            </a:xfrm>
          </p:grpSpPr>
          <p:sp>
            <p:nvSpPr>
              <p:cNvPr id="93" name="Google Shape;93;p2">
                <a:extLst>
                  <a:ext uri="{FF2B5EF4-FFF2-40B4-BE49-F238E27FC236}">
                    <a16:creationId xmlns:a16="http://schemas.microsoft.com/office/drawing/2014/main" id="{82BE63BD-59CA-FDCA-8C0B-7C981947EB7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36838" y="3954463"/>
                <a:ext cx="506412" cy="411163"/>
              </a:xfrm>
              <a:custGeom>
                <a:avLst/>
                <a:gdLst/>
                <a:ahLst/>
                <a:cxnLst/>
                <a:rect l="l" t="t" r="r" b="b"/>
                <a:pathLst>
                  <a:path w="186" h="151" extrusionOk="0">
                    <a:moveTo>
                      <a:pt x="17" y="145"/>
                    </a:moveTo>
                    <a:cubicBezTo>
                      <a:pt x="6" y="125"/>
                      <a:pt x="10" y="98"/>
                      <a:pt x="16" y="77"/>
                    </a:cubicBezTo>
                    <a:cubicBezTo>
                      <a:pt x="23" y="51"/>
                      <a:pt x="39" y="36"/>
                      <a:pt x="62" y="25"/>
                    </a:cubicBezTo>
                    <a:cubicBezTo>
                      <a:pt x="114" y="0"/>
                      <a:pt x="171" y="35"/>
                      <a:pt x="180" y="89"/>
                    </a:cubicBezTo>
                    <a:cubicBezTo>
                      <a:pt x="180" y="93"/>
                      <a:pt x="186" y="91"/>
                      <a:pt x="185" y="88"/>
                    </a:cubicBezTo>
                    <a:cubicBezTo>
                      <a:pt x="181" y="61"/>
                      <a:pt x="166" y="39"/>
                      <a:pt x="145" y="24"/>
                    </a:cubicBezTo>
                    <a:cubicBezTo>
                      <a:pt x="120" y="7"/>
                      <a:pt x="90" y="7"/>
                      <a:pt x="63" y="18"/>
                    </a:cubicBezTo>
                    <a:cubicBezTo>
                      <a:pt x="38" y="28"/>
                      <a:pt x="21" y="44"/>
                      <a:pt x="12" y="70"/>
                    </a:cubicBezTo>
                    <a:cubicBezTo>
                      <a:pt x="4" y="93"/>
                      <a:pt x="0" y="125"/>
                      <a:pt x="12" y="148"/>
                    </a:cubicBezTo>
                    <a:cubicBezTo>
                      <a:pt x="14" y="151"/>
                      <a:pt x="19" y="148"/>
                      <a:pt x="17" y="14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4" name="Google Shape;94;p2">
                <a:extLst>
                  <a:ext uri="{FF2B5EF4-FFF2-40B4-BE49-F238E27FC236}">
                    <a16:creationId xmlns:a16="http://schemas.microsoft.com/office/drawing/2014/main" id="{C1532786-613D-79B9-C45C-551ECDBACCA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60650" y="4186238"/>
                <a:ext cx="482600" cy="177800"/>
              </a:xfrm>
              <a:custGeom>
                <a:avLst/>
                <a:gdLst/>
                <a:ahLst/>
                <a:cxnLst/>
                <a:rect l="l" t="t" r="r" b="b"/>
                <a:pathLst>
                  <a:path w="177" h="65" extrusionOk="0">
                    <a:moveTo>
                      <a:pt x="6" y="63"/>
                    </a:moveTo>
                    <a:cubicBezTo>
                      <a:pt x="55" y="29"/>
                      <a:pt x="114" y="9"/>
                      <a:pt x="173" y="6"/>
                    </a:cubicBezTo>
                    <a:cubicBezTo>
                      <a:pt x="177" y="6"/>
                      <a:pt x="177" y="0"/>
                      <a:pt x="173" y="0"/>
                    </a:cubicBezTo>
                    <a:cubicBezTo>
                      <a:pt x="113" y="3"/>
                      <a:pt x="53" y="24"/>
                      <a:pt x="3" y="58"/>
                    </a:cubicBezTo>
                    <a:cubicBezTo>
                      <a:pt x="0" y="60"/>
                      <a:pt x="3" y="65"/>
                      <a:pt x="6" y="6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5" name="Google Shape;95;p2">
                <a:extLst>
                  <a:ext uri="{FF2B5EF4-FFF2-40B4-BE49-F238E27FC236}">
                    <a16:creationId xmlns:a16="http://schemas.microsoft.com/office/drawing/2014/main" id="{E3CDD5DA-BEDA-29D5-6416-B3504A2D2BE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63825" y="4316413"/>
                <a:ext cx="204787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75" h="17" extrusionOk="0">
                    <a:moveTo>
                      <a:pt x="4" y="17"/>
                    </a:moveTo>
                    <a:cubicBezTo>
                      <a:pt x="28" y="17"/>
                      <a:pt x="49" y="12"/>
                      <a:pt x="71" y="6"/>
                    </a:cubicBezTo>
                    <a:cubicBezTo>
                      <a:pt x="75" y="5"/>
                      <a:pt x="74" y="0"/>
                      <a:pt x="70" y="1"/>
                    </a:cubicBezTo>
                    <a:cubicBezTo>
                      <a:pt x="48" y="6"/>
                      <a:pt x="27" y="11"/>
                      <a:pt x="4" y="11"/>
                    </a:cubicBezTo>
                    <a:cubicBezTo>
                      <a:pt x="0" y="11"/>
                      <a:pt x="0" y="17"/>
                      <a:pt x="4" y="1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6" name="Google Shape;96;p2">
                <a:extLst>
                  <a:ext uri="{FF2B5EF4-FFF2-40B4-BE49-F238E27FC236}">
                    <a16:creationId xmlns:a16="http://schemas.microsoft.com/office/drawing/2014/main" id="{EA08C694-1928-24F1-4593-6595BB9263C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79738" y="4186238"/>
                <a:ext cx="165100" cy="103188"/>
              </a:xfrm>
              <a:custGeom>
                <a:avLst/>
                <a:gdLst/>
                <a:ahLst/>
                <a:cxnLst/>
                <a:rect l="l" t="t" r="r" b="b"/>
                <a:pathLst>
                  <a:path w="61" h="38" extrusionOk="0">
                    <a:moveTo>
                      <a:pt x="54" y="2"/>
                    </a:moveTo>
                    <a:cubicBezTo>
                      <a:pt x="39" y="15"/>
                      <a:pt x="22" y="25"/>
                      <a:pt x="3" y="31"/>
                    </a:cubicBezTo>
                    <a:cubicBezTo>
                      <a:pt x="0" y="32"/>
                      <a:pt x="1" y="38"/>
                      <a:pt x="5" y="37"/>
                    </a:cubicBezTo>
                    <a:cubicBezTo>
                      <a:pt x="25" y="31"/>
                      <a:pt x="43" y="20"/>
                      <a:pt x="59" y="7"/>
                    </a:cubicBezTo>
                    <a:cubicBezTo>
                      <a:pt x="61" y="4"/>
                      <a:pt x="57" y="0"/>
                      <a:pt x="54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7" name="Google Shape;97;p2">
                <a:extLst>
                  <a:ext uri="{FF2B5EF4-FFF2-40B4-BE49-F238E27FC236}">
                    <a16:creationId xmlns:a16="http://schemas.microsoft.com/office/drawing/2014/main" id="{0BC1EBBF-639C-3CE5-55F7-B9E54B2E713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43213" y="4240213"/>
                <a:ext cx="254000" cy="338138"/>
              </a:xfrm>
              <a:custGeom>
                <a:avLst/>
                <a:gdLst/>
                <a:ahLst/>
                <a:cxnLst/>
                <a:rect l="l" t="t" r="r" b="b"/>
                <a:pathLst>
                  <a:path w="93" h="124" extrusionOk="0">
                    <a:moveTo>
                      <a:pt x="0" y="21"/>
                    </a:moveTo>
                    <a:cubicBezTo>
                      <a:pt x="6" y="46"/>
                      <a:pt x="10" y="73"/>
                      <a:pt x="21" y="96"/>
                    </a:cubicBezTo>
                    <a:cubicBezTo>
                      <a:pt x="28" y="109"/>
                      <a:pt x="40" y="124"/>
                      <a:pt x="57" y="122"/>
                    </a:cubicBezTo>
                    <a:cubicBezTo>
                      <a:pt x="75" y="119"/>
                      <a:pt x="93" y="100"/>
                      <a:pt x="89" y="81"/>
                    </a:cubicBezTo>
                    <a:cubicBezTo>
                      <a:pt x="86" y="68"/>
                      <a:pt x="79" y="57"/>
                      <a:pt x="74" y="46"/>
                    </a:cubicBezTo>
                    <a:cubicBezTo>
                      <a:pt x="66" y="32"/>
                      <a:pt x="59" y="18"/>
                      <a:pt x="51" y="4"/>
                    </a:cubicBezTo>
                    <a:cubicBezTo>
                      <a:pt x="49" y="0"/>
                      <a:pt x="44" y="3"/>
                      <a:pt x="46" y="7"/>
                    </a:cubicBezTo>
                    <a:cubicBezTo>
                      <a:pt x="56" y="25"/>
                      <a:pt x="66" y="43"/>
                      <a:pt x="75" y="62"/>
                    </a:cubicBezTo>
                    <a:cubicBezTo>
                      <a:pt x="81" y="74"/>
                      <a:pt x="86" y="85"/>
                      <a:pt x="80" y="98"/>
                    </a:cubicBezTo>
                    <a:cubicBezTo>
                      <a:pt x="76" y="107"/>
                      <a:pt x="64" y="115"/>
                      <a:pt x="54" y="116"/>
                    </a:cubicBezTo>
                    <a:cubicBezTo>
                      <a:pt x="37" y="117"/>
                      <a:pt x="27" y="95"/>
                      <a:pt x="22" y="82"/>
                    </a:cubicBezTo>
                    <a:cubicBezTo>
                      <a:pt x="15" y="62"/>
                      <a:pt x="11" y="40"/>
                      <a:pt x="6" y="19"/>
                    </a:cubicBezTo>
                    <a:cubicBezTo>
                      <a:pt x="5" y="16"/>
                      <a:pt x="0" y="17"/>
                      <a:pt x="0" y="2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8" name="Google Shape;98;p2">
                <a:extLst>
                  <a:ext uri="{FF2B5EF4-FFF2-40B4-BE49-F238E27FC236}">
                    <a16:creationId xmlns:a16="http://schemas.microsoft.com/office/drawing/2014/main" id="{35CDDF97-3097-583D-9640-64674B9CC45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41625" y="4246563"/>
                <a:ext cx="142875" cy="60325"/>
              </a:xfrm>
              <a:custGeom>
                <a:avLst/>
                <a:gdLst/>
                <a:ahLst/>
                <a:cxnLst/>
                <a:rect l="l" t="t" r="r" b="b"/>
                <a:pathLst>
                  <a:path w="53" h="22" extrusionOk="0">
                    <a:moveTo>
                      <a:pt x="7" y="20"/>
                    </a:moveTo>
                    <a:cubicBezTo>
                      <a:pt x="19" y="11"/>
                      <a:pt x="34" y="7"/>
                      <a:pt x="49" y="6"/>
                    </a:cubicBezTo>
                    <a:cubicBezTo>
                      <a:pt x="53" y="6"/>
                      <a:pt x="53" y="0"/>
                      <a:pt x="49" y="0"/>
                    </a:cubicBezTo>
                    <a:cubicBezTo>
                      <a:pt x="33" y="1"/>
                      <a:pt x="17" y="6"/>
                      <a:pt x="4" y="14"/>
                    </a:cubicBezTo>
                    <a:cubicBezTo>
                      <a:pt x="0" y="16"/>
                      <a:pt x="3" y="22"/>
                      <a:pt x="7" y="2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9" name="Google Shape;99;p2">
                <a:extLst>
                  <a:ext uri="{FF2B5EF4-FFF2-40B4-BE49-F238E27FC236}">
                    <a16:creationId xmlns:a16="http://schemas.microsoft.com/office/drawing/2014/main" id="{6DC37B75-6017-FA26-05E6-CB8F8F72169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92425" y="4349751"/>
                <a:ext cx="80962" cy="174625"/>
              </a:xfrm>
              <a:custGeom>
                <a:avLst/>
                <a:gdLst/>
                <a:ahLst/>
                <a:cxnLst/>
                <a:rect l="l" t="t" r="r" b="b"/>
                <a:pathLst>
                  <a:path w="30" h="64" extrusionOk="0">
                    <a:moveTo>
                      <a:pt x="0" y="2"/>
                    </a:moveTo>
                    <a:cubicBezTo>
                      <a:pt x="3" y="25"/>
                      <a:pt x="12" y="45"/>
                      <a:pt x="27" y="63"/>
                    </a:cubicBezTo>
                    <a:cubicBezTo>
                      <a:pt x="28" y="64"/>
                      <a:pt x="30" y="62"/>
                      <a:pt x="29" y="61"/>
                    </a:cubicBezTo>
                    <a:cubicBezTo>
                      <a:pt x="14" y="44"/>
                      <a:pt x="5" y="24"/>
                      <a:pt x="3" y="2"/>
                    </a:cubicBezTo>
                    <a:cubicBezTo>
                      <a:pt x="3" y="0"/>
                      <a:pt x="0" y="0"/>
                      <a:pt x="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0" name="Google Shape;100;p2">
                <a:extLst>
                  <a:ext uri="{FF2B5EF4-FFF2-40B4-BE49-F238E27FC236}">
                    <a16:creationId xmlns:a16="http://schemas.microsoft.com/office/drawing/2014/main" id="{B93F69DC-534B-36D9-3388-9C1C515D432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81313" y="4319588"/>
                <a:ext cx="14287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5" h="9" extrusionOk="0">
                    <a:moveTo>
                      <a:pt x="1" y="3"/>
                    </a:moveTo>
                    <a:cubicBezTo>
                      <a:pt x="1" y="4"/>
                      <a:pt x="1" y="6"/>
                      <a:pt x="2" y="7"/>
                    </a:cubicBezTo>
                    <a:cubicBezTo>
                      <a:pt x="2" y="9"/>
                      <a:pt x="5" y="8"/>
                      <a:pt x="4" y="6"/>
                    </a:cubicBezTo>
                    <a:cubicBezTo>
                      <a:pt x="4" y="5"/>
                      <a:pt x="4" y="4"/>
                      <a:pt x="3" y="2"/>
                    </a:cubicBezTo>
                    <a:cubicBezTo>
                      <a:pt x="3" y="0"/>
                      <a:pt x="0" y="1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1" name="Google Shape;101;p2">
                <a:extLst>
                  <a:ext uri="{FF2B5EF4-FFF2-40B4-BE49-F238E27FC236}">
                    <a16:creationId xmlns:a16="http://schemas.microsoft.com/office/drawing/2014/main" id="{7E713C26-E061-FCDF-D13F-86B105A176E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32100" y="4265613"/>
                <a:ext cx="49212" cy="23813"/>
              </a:xfrm>
              <a:custGeom>
                <a:avLst/>
                <a:gdLst/>
                <a:ahLst/>
                <a:cxnLst/>
                <a:rect l="l" t="t" r="r" b="b"/>
                <a:pathLst>
                  <a:path w="18" h="9" extrusionOk="0">
                    <a:moveTo>
                      <a:pt x="2" y="3"/>
                    </a:moveTo>
                    <a:cubicBezTo>
                      <a:pt x="7" y="3"/>
                      <a:pt x="11" y="5"/>
                      <a:pt x="15" y="8"/>
                    </a:cubicBezTo>
                    <a:cubicBezTo>
                      <a:pt x="17" y="9"/>
                      <a:pt x="18" y="6"/>
                      <a:pt x="17" y="5"/>
                    </a:cubicBezTo>
                    <a:cubicBezTo>
                      <a:pt x="12" y="2"/>
                      <a:pt x="7" y="0"/>
                      <a:pt x="2" y="0"/>
                    </a:cubicBezTo>
                    <a:cubicBezTo>
                      <a:pt x="0" y="0"/>
                      <a:pt x="0" y="3"/>
                      <a:pt x="2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2" name="Google Shape;102;p2">
                <a:extLst>
                  <a:ext uri="{FF2B5EF4-FFF2-40B4-BE49-F238E27FC236}">
                    <a16:creationId xmlns:a16="http://schemas.microsoft.com/office/drawing/2014/main" id="{290BDC0D-8639-E292-3CD8-9527226FF29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754313" y="4289426"/>
                <a:ext cx="106362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39" h="7" extrusionOk="0">
                    <a:moveTo>
                      <a:pt x="2" y="6"/>
                    </a:moveTo>
                    <a:cubicBezTo>
                      <a:pt x="13" y="4"/>
                      <a:pt x="25" y="3"/>
                      <a:pt x="36" y="5"/>
                    </a:cubicBezTo>
                    <a:cubicBezTo>
                      <a:pt x="38" y="6"/>
                      <a:pt x="39" y="3"/>
                      <a:pt x="37" y="3"/>
                    </a:cubicBezTo>
                    <a:cubicBezTo>
                      <a:pt x="25" y="0"/>
                      <a:pt x="13" y="1"/>
                      <a:pt x="1" y="4"/>
                    </a:cubicBezTo>
                    <a:cubicBezTo>
                      <a:pt x="0" y="4"/>
                      <a:pt x="0" y="7"/>
                      <a:pt x="2" y="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3" name="Google Shape;103;p2">
                <a:extLst>
                  <a:ext uri="{FF2B5EF4-FFF2-40B4-BE49-F238E27FC236}">
                    <a16:creationId xmlns:a16="http://schemas.microsoft.com/office/drawing/2014/main" id="{C5F036E3-D6DC-C334-FF3F-B322D4E543E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736850" y="4306888"/>
                <a:ext cx="117475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43" h="18" extrusionOk="0">
                    <a:moveTo>
                      <a:pt x="3" y="17"/>
                    </a:moveTo>
                    <a:cubicBezTo>
                      <a:pt x="15" y="10"/>
                      <a:pt x="27" y="6"/>
                      <a:pt x="41" y="4"/>
                    </a:cubicBezTo>
                    <a:cubicBezTo>
                      <a:pt x="43" y="3"/>
                      <a:pt x="42" y="0"/>
                      <a:pt x="40" y="1"/>
                    </a:cubicBezTo>
                    <a:cubicBezTo>
                      <a:pt x="26" y="3"/>
                      <a:pt x="13" y="8"/>
                      <a:pt x="1" y="15"/>
                    </a:cubicBezTo>
                    <a:cubicBezTo>
                      <a:pt x="0" y="15"/>
                      <a:pt x="1" y="18"/>
                      <a:pt x="3" y="1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4" name="Google Shape;104;p2">
                <a:extLst>
                  <a:ext uri="{FF2B5EF4-FFF2-40B4-BE49-F238E27FC236}">
                    <a16:creationId xmlns:a16="http://schemas.microsoft.com/office/drawing/2014/main" id="{44880369-296E-A137-6D5B-8FAC02442D8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00363" y="4238626"/>
                <a:ext cx="7937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3" h="12" extrusionOk="0">
                    <a:moveTo>
                      <a:pt x="3" y="10"/>
                    </a:moveTo>
                    <a:cubicBezTo>
                      <a:pt x="3" y="7"/>
                      <a:pt x="3" y="5"/>
                      <a:pt x="3" y="2"/>
                    </a:cubicBezTo>
                    <a:cubicBezTo>
                      <a:pt x="3" y="0"/>
                      <a:pt x="0" y="0"/>
                      <a:pt x="0" y="2"/>
                    </a:cubicBezTo>
                    <a:cubicBezTo>
                      <a:pt x="0" y="5"/>
                      <a:pt x="0" y="7"/>
                      <a:pt x="0" y="10"/>
                    </a:cubicBezTo>
                    <a:cubicBezTo>
                      <a:pt x="0" y="12"/>
                      <a:pt x="3" y="12"/>
                      <a:pt x="3" y="1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5" name="Google Shape;105;p2">
                <a:extLst>
                  <a:ext uri="{FF2B5EF4-FFF2-40B4-BE49-F238E27FC236}">
                    <a16:creationId xmlns:a16="http://schemas.microsoft.com/office/drawing/2014/main" id="{A3E30CAD-1851-7BA1-1804-BEC9D57A867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33700" y="4221163"/>
                <a:ext cx="20637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8" h="14" extrusionOk="0">
                    <a:moveTo>
                      <a:pt x="3" y="12"/>
                    </a:moveTo>
                    <a:cubicBezTo>
                      <a:pt x="4" y="9"/>
                      <a:pt x="5" y="6"/>
                      <a:pt x="7" y="3"/>
                    </a:cubicBezTo>
                    <a:cubicBezTo>
                      <a:pt x="8" y="1"/>
                      <a:pt x="5" y="0"/>
                      <a:pt x="4" y="2"/>
                    </a:cubicBezTo>
                    <a:cubicBezTo>
                      <a:pt x="2" y="5"/>
                      <a:pt x="1" y="8"/>
                      <a:pt x="0" y="11"/>
                    </a:cubicBezTo>
                    <a:cubicBezTo>
                      <a:pt x="0" y="13"/>
                      <a:pt x="3" y="14"/>
                      <a:pt x="3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6" name="Google Shape;106;p2">
                <a:extLst>
                  <a:ext uri="{FF2B5EF4-FFF2-40B4-BE49-F238E27FC236}">
                    <a16:creationId xmlns:a16="http://schemas.microsoft.com/office/drawing/2014/main" id="{87EF06F2-7023-A9D5-2950-30EAFFFA316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73388" y="4246563"/>
                <a:ext cx="82550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30" h="7" extrusionOk="0">
                    <a:moveTo>
                      <a:pt x="2" y="7"/>
                    </a:moveTo>
                    <a:cubicBezTo>
                      <a:pt x="11" y="6"/>
                      <a:pt x="20" y="5"/>
                      <a:pt x="28" y="4"/>
                    </a:cubicBezTo>
                    <a:cubicBezTo>
                      <a:pt x="30" y="3"/>
                      <a:pt x="29" y="0"/>
                      <a:pt x="28" y="1"/>
                    </a:cubicBezTo>
                    <a:cubicBezTo>
                      <a:pt x="19" y="2"/>
                      <a:pt x="10" y="3"/>
                      <a:pt x="2" y="4"/>
                    </a:cubicBezTo>
                    <a:cubicBezTo>
                      <a:pt x="0" y="4"/>
                      <a:pt x="0" y="7"/>
                      <a:pt x="2" y="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7" name="Google Shape;107;p2">
                <a:extLst>
                  <a:ext uri="{FF2B5EF4-FFF2-40B4-BE49-F238E27FC236}">
                    <a16:creationId xmlns:a16="http://schemas.microsoft.com/office/drawing/2014/main" id="{467D1553-5683-817F-FF15-8558D291B89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74938" y="4183063"/>
                <a:ext cx="23812" cy="109538"/>
              </a:xfrm>
              <a:custGeom>
                <a:avLst/>
                <a:gdLst/>
                <a:ahLst/>
                <a:cxnLst/>
                <a:rect l="l" t="t" r="r" b="b"/>
                <a:pathLst>
                  <a:path w="9" h="40" extrusionOk="0">
                    <a:moveTo>
                      <a:pt x="5" y="2"/>
                    </a:moveTo>
                    <a:cubicBezTo>
                      <a:pt x="3" y="14"/>
                      <a:pt x="0" y="26"/>
                      <a:pt x="3" y="38"/>
                    </a:cubicBezTo>
                    <a:cubicBezTo>
                      <a:pt x="4" y="40"/>
                      <a:pt x="7" y="39"/>
                      <a:pt x="6" y="38"/>
                    </a:cubicBezTo>
                    <a:cubicBezTo>
                      <a:pt x="3" y="26"/>
                      <a:pt x="6" y="14"/>
                      <a:pt x="8" y="3"/>
                    </a:cubicBezTo>
                    <a:cubicBezTo>
                      <a:pt x="9" y="1"/>
                      <a:pt x="6" y="0"/>
                      <a:pt x="5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8" name="Google Shape;108;p2">
                <a:extLst>
                  <a:ext uri="{FF2B5EF4-FFF2-40B4-BE49-F238E27FC236}">
                    <a16:creationId xmlns:a16="http://schemas.microsoft.com/office/drawing/2014/main" id="{890EB953-E192-ECB8-343A-045E8BCA9FA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93988" y="4140201"/>
                <a:ext cx="22225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8" h="12" extrusionOk="0">
                    <a:moveTo>
                      <a:pt x="4" y="2"/>
                    </a:moveTo>
                    <a:cubicBezTo>
                      <a:pt x="3" y="4"/>
                      <a:pt x="1" y="7"/>
                      <a:pt x="1" y="10"/>
                    </a:cubicBezTo>
                    <a:cubicBezTo>
                      <a:pt x="0" y="12"/>
                      <a:pt x="3" y="12"/>
                      <a:pt x="3" y="11"/>
                    </a:cubicBezTo>
                    <a:cubicBezTo>
                      <a:pt x="4" y="8"/>
                      <a:pt x="5" y="6"/>
                      <a:pt x="7" y="3"/>
                    </a:cubicBezTo>
                    <a:cubicBezTo>
                      <a:pt x="8" y="2"/>
                      <a:pt x="5" y="0"/>
                      <a:pt x="4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9" name="Google Shape;109;p2">
                <a:extLst>
                  <a:ext uri="{FF2B5EF4-FFF2-40B4-BE49-F238E27FC236}">
                    <a16:creationId xmlns:a16="http://schemas.microsoft.com/office/drawing/2014/main" id="{B00894EE-0A33-B3FB-15A0-3AF54D6BB13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65450" y="4202113"/>
                <a:ext cx="93662" cy="55563"/>
              </a:xfrm>
              <a:custGeom>
                <a:avLst/>
                <a:gdLst/>
                <a:ahLst/>
                <a:cxnLst/>
                <a:rect l="l" t="t" r="r" b="b"/>
                <a:pathLst>
                  <a:path w="34" h="20" extrusionOk="0">
                    <a:moveTo>
                      <a:pt x="3" y="19"/>
                    </a:moveTo>
                    <a:cubicBezTo>
                      <a:pt x="11" y="11"/>
                      <a:pt x="21" y="6"/>
                      <a:pt x="32" y="3"/>
                    </a:cubicBezTo>
                    <a:cubicBezTo>
                      <a:pt x="34" y="3"/>
                      <a:pt x="33" y="0"/>
                      <a:pt x="31" y="0"/>
                    </a:cubicBezTo>
                    <a:cubicBezTo>
                      <a:pt x="20" y="4"/>
                      <a:pt x="9" y="8"/>
                      <a:pt x="1" y="17"/>
                    </a:cubicBezTo>
                    <a:cubicBezTo>
                      <a:pt x="0" y="18"/>
                      <a:pt x="2" y="20"/>
                      <a:pt x="3" y="1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0" name="Google Shape;110;p2">
                <a:extLst>
                  <a:ext uri="{FF2B5EF4-FFF2-40B4-BE49-F238E27FC236}">
                    <a16:creationId xmlns:a16="http://schemas.microsoft.com/office/drawing/2014/main" id="{CF68510D-C5C0-8C5A-7737-C70CA19F7AD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17838" y="4052888"/>
                <a:ext cx="87312" cy="119063"/>
              </a:xfrm>
              <a:custGeom>
                <a:avLst/>
                <a:gdLst/>
                <a:ahLst/>
                <a:cxnLst/>
                <a:rect l="l" t="t" r="r" b="b"/>
                <a:pathLst>
                  <a:path w="32" h="44" extrusionOk="0">
                    <a:moveTo>
                      <a:pt x="1" y="3"/>
                    </a:moveTo>
                    <a:cubicBezTo>
                      <a:pt x="14" y="13"/>
                      <a:pt x="23" y="27"/>
                      <a:pt x="28" y="42"/>
                    </a:cubicBezTo>
                    <a:cubicBezTo>
                      <a:pt x="29" y="44"/>
                      <a:pt x="32" y="43"/>
                      <a:pt x="31" y="41"/>
                    </a:cubicBezTo>
                    <a:cubicBezTo>
                      <a:pt x="26" y="25"/>
                      <a:pt x="16" y="12"/>
                      <a:pt x="3" y="1"/>
                    </a:cubicBezTo>
                    <a:cubicBezTo>
                      <a:pt x="2" y="0"/>
                      <a:pt x="0" y="2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1" name="Google Shape;111;p2">
                <a:extLst>
                  <a:ext uri="{FF2B5EF4-FFF2-40B4-BE49-F238E27FC236}">
                    <a16:creationId xmlns:a16="http://schemas.microsoft.com/office/drawing/2014/main" id="{A86B13C4-3DA8-2AFC-FD53-4D4E7998E5E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09900" y="4494213"/>
                <a:ext cx="30162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11" h="13" extrusionOk="0">
                    <a:moveTo>
                      <a:pt x="2" y="12"/>
                    </a:moveTo>
                    <a:cubicBezTo>
                      <a:pt x="7" y="11"/>
                      <a:pt x="11" y="7"/>
                      <a:pt x="11" y="2"/>
                    </a:cubicBezTo>
                    <a:cubicBezTo>
                      <a:pt x="11" y="0"/>
                      <a:pt x="8" y="0"/>
                      <a:pt x="8" y="2"/>
                    </a:cubicBezTo>
                    <a:cubicBezTo>
                      <a:pt x="8" y="6"/>
                      <a:pt x="5" y="9"/>
                      <a:pt x="2" y="10"/>
                    </a:cubicBezTo>
                    <a:cubicBezTo>
                      <a:pt x="0" y="10"/>
                      <a:pt x="1" y="13"/>
                      <a:pt x="2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12" name="Google Shape;112;p2">
              <a:extLst>
                <a:ext uri="{FF2B5EF4-FFF2-40B4-BE49-F238E27FC236}">
                  <a16:creationId xmlns:a16="http://schemas.microsoft.com/office/drawing/2014/main" id="{6E71BFA0-2950-6FCE-FF20-58B77E0CF6D1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5054600" y="4859338"/>
              <a:ext cx="1117600" cy="620713"/>
              <a:chOff x="5054600" y="4859338"/>
              <a:chExt cx="1117600" cy="620713"/>
            </a:xfrm>
          </p:grpSpPr>
          <p:sp>
            <p:nvSpPr>
              <p:cNvPr id="113" name="Google Shape;113;p2">
                <a:extLst>
                  <a:ext uri="{FF2B5EF4-FFF2-40B4-BE49-F238E27FC236}">
                    <a16:creationId xmlns:a16="http://schemas.microsoft.com/office/drawing/2014/main" id="{175400DC-7EF6-6419-BC04-959EEB5C1B1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32475" y="4970463"/>
                <a:ext cx="339725" cy="319088"/>
              </a:xfrm>
              <a:custGeom>
                <a:avLst/>
                <a:gdLst/>
                <a:ahLst/>
                <a:cxnLst/>
                <a:rect l="l" t="t" r="r" b="b"/>
                <a:pathLst>
                  <a:path w="125" h="117" extrusionOk="0">
                    <a:moveTo>
                      <a:pt x="11" y="13"/>
                    </a:moveTo>
                    <a:cubicBezTo>
                      <a:pt x="23" y="9"/>
                      <a:pt x="36" y="7"/>
                      <a:pt x="49" y="8"/>
                    </a:cubicBezTo>
                    <a:cubicBezTo>
                      <a:pt x="56" y="8"/>
                      <a:pt x="62" y="10"/>
                      <a:pt x="68" y="13"/>
                    </a:cubicBezTo>
                    <a:cubicBezTo>
                      <a:pt x="73" y="16"/>
                      <a:pt x="78" y="22"/>
                      <a:pt x="78" y="29"/>
                    </a:cubicBezTo>
                    <a:cubicBezTo>
                      <a:pt x="87" y="20"/>
                      <a:pt x="95" y="11"/>
                      <a:pt x="101" y="0"/>
                    </a:cubicBezTo>
                    <a:cubicBezTo>
                      <a:pt x="109" y="5"/>
                      <a:pt x="117" y="9"/>
                      <a:pt x="125" y="14"/>
                    </a:cubicBezTo>
                    <a:cubicBezTo>
                      <a:pt x="112" y="24"/>
                      <a:pt x="98" y="32"/>
                      <a:pt x="83" y="39"/>
                    </a:cubicBezTo>
                    <a:cubicBezTo>
                      <a:pt x="90" y="52"/>
                      <a:pt x="90" y="67"/>
                      <a:pt x="85" y="81"/>
                    </a:cubicBezTo>
                    <a:cubicBezTo>
                      <a:pt x="80" y="94"/>
                      <a:pt x="72" y="106"/>
                      <a:pt x="63" y="117"/>
                    </a:cubicBezTo>
                    <a:cubicBezTo>
                      <a:pt x="60" y="104"/>
                      <a:pt x="61" y="91"/>
                      <a:pt x="66" y="79"/>
                    </a:cubicBezTo>
                    <a:cubicBezTo>
                      <a:pt x="59" y="82"/>
                      <a:pt x="52" y="85"/>
                      <a:pt x="45" y="88"/>
                    </a:cubicBezTo>
                    <a:cubicBezTo>
                      <a:pt x="47" y="75"/>
                      <a:pt x="50" y="63"/>
                      <a:pt x="55" y="51"/>
                    </a:cubicBezTo>
                    <a:cubicBezTo>
                      <a:pt x="46" y="57"/>
                      <a:pt x="36" y="61"/>
                      <a:pt x="25" y="63"/>
                    </a:cubicBezTo>
                    <a:cubicBezTo>
                      <a:pt x="27" y="53"/>
                      <a:pt x="30" y="44"/>
                      <a:pt x="34" y="36"/>
                    </a:cubicBezTo>
                    <a:cubicBezTo>
                      <a:pt x="21" y="32"/>
                      <a:pt x="9" y="24"/>
                      <a:pt x="0" y="14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4" name="Google Shape;114;p2">
                <a:extLst>
                  <a:ext uri="{FF2B5EF4-FFF2-40B4-BE49-F238E27FC236}">
                    <a16:creationId xmlns:a16="http://schemas.microsoft.com/office/drawing/2014/main" id="{43E2E6D6-6FD2-ADF2-63BB-9DE30A7A5E6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054600" y="4859338"/>
                <a:ext cx="954087" cy="620713"/>
              </a:xfrm>
              <a:custGeom>
                <a:avLst/>
                <a:gdLst/>
                <a:ahLst/>
                <a:cxnLst/>
                <a:rect l="l" t="t" r="r" b="b"/>
                <a:pathLst>
                  <a:path w="351" h="228" extrusionOk="0">
                    <a:moveTo>
                      <a:pt x="351" y="134"/>
                    </a:moveTo>
                    <a:cubicBezTo>
                      <a:pt x="336" y="153"/>
                      <a:pt x="312" y="169"/>
                      <a:pt x="298" y="178"/>
                    </a:cubicBezTo>
                    <a:cubicBezTo>
                      <a:pt x="263" y="201"/>
                      <a:pt x="223" y="214"/>
                      <a:pt x="182" y="217"/>
                    </a:cubicBezTo>
                    <a:cubicBezTo>
                      <a:pt x="180" y="217"/>
                      <a:pt x="179" y="218"/>
                      <a:pt x="177" y="218"/>
                    </a:cubicBezTo>
                    <a:cubicBezTo>
                      <a:pt x="104" y="220"/>
                      <a:pt x="26" y="178"/>
                      <a:pt x="14" y="101"/>
                    </a:cubicBezTo>
                    <a:cubicBezTo>
                      <a:pt x="8" y="67"/>
                      <a:pt x="29" y="36"/>
                      <a:pt x="58" y="21"/>
                    </a:cubicBezTo>
                    <a:cubicBezTo>
                      <a:pt x="90" y="3"/>
                      <a:pt x="125" y="18"/>
                      <a:pt x="155" y="34"/>
                    </a:cubicBezTo>
                    <a:cubicBezTo>
                      <a:pt x="186" y="51"/>
                      <a:pt x="218" y="67"/>
                      <a:pt x="253" y="73"/>
                    </a:cubicBezTo>
                    <a:cubicBezTo>
                      <a:pt x="270" y="76"/>
                      <a:pt x="287" y="76"/>
                      <a:pt x="304" y="73"/>
                    </a:cubicBezTo>
                    <a:cubicBezTo>
                      <a:pt x="306" y="72"/>
                      <a:pt x="308" y="72"/>
                      <a:pt x="311" y="71"/>
                    </a:cubicBezTo>
                    <a:cubicBezTo>
                      <a:pt x="308" y="70"/>
                      <a:pt x="305" y="68"/>
                      <a:pt x="302" y="67"/>
                    </a:cubicBezTo>
                    <a:cubicBezTo>
                      <a:pt x="301" y="67"/>
                      <a:pt x="300" y="66"/>
                      <a:pt x="299" y="65"/>
                    </a:cubicBezTo>
                    <a:cubicBezTo>
                      <a:pt x="281" y="68"/>
                      <a:pt x="263" y="67"/>
                      <a:pt x="246" y="63"/>
                    </a:cubicBezTo>
                    <a:cubicBezTo>
                      <a:pt x="209" y="56"/>
                      <a:pt x="176" y="36"/>
                      <a:pt x="143" y="19"/>
                    </a:cubicBezTo>
                    <a:cubicBezTo>
                      <a:pt x="118" y="6"/>
                      <a:pt x="89" y="0"/>
                      <a:pt x="62" y="10"/>
                    </a:cubicBezTo>
                    <a:cubicBezTo>
                      <a:pt x="37" y="19"/>
                      <a:pt x="16" y="42"/>
                      <a:pt x="8" y="68"/>
                    </a:cubicBezTo>
                    <a:cubicBezTo>
                      <a:pt x="0" y="94"/>
                      <a:pt x="9" y="123"/>
                      <a:pt x="22" y="146"/>
                    </a:cubicBezTo>
                    <a:cubicBezTo>
                      <a:pt x="53" y="203"/>
                      <a:pt x="116" y="228"/>
                      <a:pt x="178" y="226"/>
                    </a:cubicBezTo>
                    <a:cubicBezTo>
                      <a:pt x="216" y="224"/>
                      <a:pt x="252" y="213"/>
                      <a:pt x="286" y="195"/>
                    </a:cubicBezTo>
                    <a:cubicBezTo>
                      <a:pt x="308" y="183"/>
                      <a:pt x="332" y="167"/>
                      <a:pt x="350" y="147"/>
                    </a:cubicBezTo>
                    <a:cubicBezTo>
                      <a:pt x="349" y="143"/>
                      <a:pt x="350" y="138"/>
                      <a:pt x="351" y="13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5" name="Google Shape;115;p2">
                <a:extLst>
                  <a:ext uri="{FF2B5EF4-FFF2-40B4-BE49-F238E27FC236}">
                    <a16:creationId xmlns:a16="http://schemas.microsoft.com/office/drawing/2014/main" id="{E07E85E0-B402-99C8-EFB0-4C0970FBF76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37238" y="4965701"/>
                <a:ext cx="215900" cy="87313"/>
              </a:xfrm>
              <a:custGeom>
                <a:avLst/>
                <a:gdLst/>
                <a:ahLst/>
                <a:cxnLst/>
                <a:rect l="l" t="t" r="r" b="b"/>
                <a:pathLst>
                  <a:path w="79" h="32" extrusionOk="0">
                    <a:moveTo>
                      <a:pt x="78" y="28"/>
                    </a:moveTo>
                    <a:cubicBezTo>
                      <a:pt x="64" y="0"/>
                      <a:pt x="25" y="11"/>
                      <a:pt x="2" y="21"/>
                    </a:cubicBezTo>
                    <a:cubicBezTo>
                      <a:pt x="0" y="22"/>
                      <a:pt x="1" y="26"/>
                      <a:pt x="4" y="25"/>
                    </a:cubicBezTo>
                    <a:cubicBezTo>
                      <a:pt x="23" y="16"/>
                      <a:pt x="62" y="4"/>
                      <a:pt x="74" y="29"/>
                    </a:cubicBezTo>
                    <a:cubicBezTo>
                      <a:pt x="75" y="32"/>
                      <a:pt x="79" y="30"/>
                      <a:pt x="78" y="2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6" name="Google Shape;116;p2">
                <a:extLst>
                  <a:ext uri="{FF2B5EF4-FFF2-40B4-BE49-F238E27FC236}">
                    <a16:creationId xmlns:a16="http://schemas.microsoft.com/office/drawing/2014/main" id="{BC6A9363-8D5E-D4C3-4721-4BCAFBE3B77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32475" y="5019676"/>
                <a:ext cx="100012" cy="52388"/>
              </a:xfrm>
              <a:custGeom>
                <a:avLst/>
                <a:gdLst/>
                <a:ahLst/>
                <a:cxnLst/>
                <a:rect l="l" t="t" r="r" b="b"/>
                <a:pathLst>
                  <a:path w="37" h="19" extrusionOk="0">
                    <a:moveTo>
                      <a:pt x="3" y="5"/>
                    </a:moveTo>
                    <a:cubicBezTo>
                      <a:pt x="12" y="11"/>
                      <a:pt x="22" y="16"/>
                      <a:pt x="33" y="18"/>
                    </a:cubicBezTo>
                    <a:cubicBezTo>
                      <a:pt x="35" y="19"/>
                      <a:pt x="37" y="15"/>
                      <a:pt x="34" y="15"/>
                    </a:cubicBezTo>
                    <a:cubicBezTo>
                      <a:pt x="24" y="12"/>
                      <a:pt x="14" y="8"/>
                      <a:pt x="5" y="1"/>
                    </a:cubicBezTo>
                    <a:cubicBezTo>
                      <a:pt x="3" y="0"/>
                      <a:pt x="0" y="3"/>
                      <a:pt x="3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7" name="Google Shape;117;p2">
                <a:extLst>
                  <a:ext uri="{FF2B5EF4-FFF2-40B4-BE49-F238E27FC236}">
                    <a16:creationId xmlns:a16="http://schemas.microsoft.com/office/drawing/2014/main" id="{13D59CA0-46FA-0B52-643A-3F0F74374BE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057900" y="4984751"/>
                <a:ext cx="106362" cy="92075"/>
              </a:xfrm>
              <a:custGeom>
                <a:avLst/>
                <a:gdLst/>
                <a:ahLst/>
                <a:cxnLst/>
                <a:rect l="l" t="t" r="r" b="b"/>
                <a:pathLst>
                  <a:path w="39" h="34" extrusionOk="0">
                    <a:moveTo>
                      <a:pt x="20" y="5"/>
                    </a:moveTo>
                    <a:cubicBezTo>
                      <a:pt x="26" y="7"/>
                      <a:pt x="31" y="10"/>
                      <a:pt x="36" y="13"/>
                    </a:cubicBezTo>
                    <a:cubicBezTo>
                      <a:pt x="36" y="12"/>
                      <a:pt x="36" y="11"/>
                      <a:pt x="36" y="10"/>
                    </a:cubicBezTo>
                    <a:cubicBezTo>
                      <a:pt x="26" y="19"/>
                      <a:pt x="15" y="26"/>
                      <a:pt x="2" y="29"/>
                    </a:cubicBezTo>
                    <a:cubicBezTo>
                      <a:pt x="0" y="30"/>
                      <a:pt x="1" y="34"/>
                      <a:pt x="4" y="33"/>
                    </a:cubicBezTo>
                    <a:cubicBezTo>
                      <a:pt x="17" y="29"/>
                      <a:pt x="29" y="23"/>
                      <a:pt x="38" y="13"/>
                    </a:cubicBezTo>
                    <a:cubicBezTo>
                      <a:pt x="39" y="12"/>
                      <a:pt x="39" y="11"/>
                      <a:pt x="38" y="10"/>
                    </a:cubicBezTo>
                    <a:cubicBezTo>
                      <a:pt x="33" y="6"/>
                      <a:pt x="28" y="3"/>
                      <a:pt x="22" y="1"/>
                    </a:cubicBezTo>
                    <a:cubicBezTo>
                      <a:pt x="19" y="0"/>
                      <a:pt x="18" y="4"/>
                      <a:pt x="20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8" name="Google Shape;118;p2">
                <a:extLst>
                  <a:ext uri="{FF2B5EF4-FFF2-40B4-BE49-F238E27FC236}">
                    <a16:creationId xmlns:a16="http://schemas.microsoft.com/office/drawing/2014/main" id="{D9BB50DC-E901-A970-D362-5402A3C26D6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999163" y="5064126"/>
                <a:ext cx="115887" cy="225425"/>
              </a:xfrm>
              <a:custGeom>
                <a:avLst/>
                <a:gdLst/>
                <a:ahLst/>
                <a:cxnLst/>
                <a:rect l="l" t="t" r="r" b="b"/>
                <a:pathLst>
                  <a:path w="43" h="83" extrusionOk="0">
                    <a:moveTo>
                      <a:pt x="24" y="4"/>
                    </a:moveTo>
                    <a:cubicBezTo>
                      <a:pt x="39" y="32"/>
                      <a:pt x="19" y="57"/>
                      <a:pt x="2" y="79"/>
                    </a:cubicBezTo>
                    <a:cubicBezTo>
                      <a:pt x="0" y="81"/>
                      <a:pt x="3" y="83"/>
                      <a:pt x="5" y="81"/>
                    </a:cubicBezTo>
                    <a:cubicBezTo>
                      <a:pt x="24" y="59"/>
                      <a:pt x="43" y="31"/>
                      <a:pt x="27" y="2"/>
                    </a:cubicBezTo>
                    <a:cubicBezTo>
                      <a:pt x="26" y="0"/>
                      <a:pt x="22" y="1"/>
                      <a:pt x="24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9" name="Google Shape;119;p2">
                <a:extLst>
                  <a:ext uri="{FF2B5EF4-FFF2-40B4-BE49-F238E27FC236}">
                    <a16:creationId xmlns:a16="http://schemas.microsoft.com/office/drawing/2014/main" id="{F62860CC-6B87-9FED-A039-7A7E39DACD6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94388" y="5054601"/>
                <a:ext cx="41275" cy="85725"/>
              </a:xfrm>
              <a:custGeom>
                <a:avLst/>
                <a:gdLst/>
                <a:ahLst/>
                <a:cxnLst/>
                <a:rect l="l" t="t" r="r" b="b"/>
                <a:pathLst>
                  <a:path w="15" h="31" extrusionOk="0">
                    <a:moveTo>
                      <a:pt x="10" y="3"/>
                    </a:moveTo>
                    <a:cubicBezTo>
                      <a:pt x="5" y="10"/>
                      <a:pt x="2" y="18"/>
                      <a:pt x="1" y="28"/>
                    </a:cubicBezTo>
                    <a:cubicBezTo>
                      <a:pt x="0" y="30"/>
                      <a:pt x="5" y="31"/>
                      <a:pt x="5" y="28"/>
                    </a:cubicBezTo>
                    <a:cubicBezTo>
                      <a:pt x="6" y="20"/>
                      <a:pt x="8" y="12"/>
                      <a:pt x="13" y="5"/>
                    </a:cubicBezTo>
                    <a:cubicBezTo>
                      <a:pt x="15" y="3"/>
                      <a:pt x="11" y="0"/>
                      <a:pt x="10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0" name="Google Shape;120;p2">
                <a:extLst>
                  <a:ext uri="{FF2B5EF4-FFF2-40B4-BE49-F238E27FC236}">
                    <a16:creationId xmlns:a16="http://schemas.microsoft.com/office/drawing/2014/main" id="{BE9D732C-D59D-A0C0-18CF-ABB3A4A4744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94388" y="5103813"/>
                <a:ext cx="93662" cy="36513"/>
              </a:xfrm>
              <a:custGeom>
                <a:avLst/>
                <a:gdLst/>
                <a:ahLst/>
                <a:cxnLst/>
                <a:rect l="l" t="t" r="r" b="b"/>
                <a:pathLst>
                  <a:path w="34" h="13" extrusionOk="0">
                    <a:moveTo>
                      <a:pt x="3" y="13"/>
                    </a:moveTo>
                    <a:cubicBezTo>
                      <a:pt x="13" y="12"/>
                      <a:pt x="23" y="9"/>
                      <a:pt x="31" y="5"/>
                    </a:cubicBezTo>
                    <a:cubicBezTo>
                      <a:pt x="34" y="3"/>
                      <a:pt x="32" y="0"/>
                      <a:pt x="30" y="1"/>
                    </a:cubicBezTo>
                    <a:cubicBezTo>
                      <a:pt x="21" y="5"/>
                      <a:pt x="12" y="8"/>
                      <a:pt x="3" y="8"/>
                    </a:cubicBezTo>
                    <a:cubicBezTo>
                      <a:pt x="0" y="9"/>
                      <a:pt x="0" y="13"/>
                      <a:pt x="3" y="1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1" name="Google Shape;121;p2">
                <a:extLst>
                  <a:ext uri="{FF2B5EF4-FFF2-40B4-BE49-F238E27FC236}">
                    <a16:creationId xmlns:a16="http://schemas.microsoft.com/office/drawing/2014/main" id="{5F895CAE-2899-CDFE-9861-0D44E3A2B4B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949950" y="5103813"/>
                <a:ext cx="80962" cy="109538"/>
              </a:xfrm>
              <a:custGeom>
                <a:avLst/>
                <a:gdLst/>
                <a:ahLst/>
                <a:cxnLst/>
                <a:rect l="l" t="t" r="r" b="b"/>
                <a:pathLst>
                  <a:path w="30" h="40" extrusionOk="0">
                    <a:moveTo>
                      <a:pt x="10" y="2"/>
                    </a:moveTo>
                    <a:cubicBezTo>
                      <a:pt x="3" y="13"/>
                      <a:pt x="0" y="25"/>
                      <a:pt x="0" y="38"/>
                    </a:cubicBezTo>
                    <a:cubicBezTo>
                      <a:pt x="0" y="40"/>
                      <a:pt x="3" y="40"/>
                      <a:pt x="4" y="40"/>
                    </a:cubicBezTo>
                    <a:cubicBezTo>
                      <a:pt x="11" y="34"/>
                      <a:pt x="18" y="31"/>
                      <a:pt x="27" y="29"/>
                    </a:cubicBezTo>
                    <a:cubicBezTo>
                      <a:pt x="30" y="28"/>
                      <a:pt x="29" y="24"/>
                      <a:pt x="26" y="25"/>
                    </a:cubicBezTo>
                    <a:cubicBezTo>
                      <a:pt x="17" y="27"/>
                      <a:pt x="9" y="31"/>
                      <a:pt x="1" y="36"/>
                    </a:cubicBezTo>
                    <a:cubicBezTo>
                      <a:pt x="2" y="37"/>
                      <a:pt x="3" y="37"/>
                      <a:pt x="5" y="38"/>
                    </a:cubicBezTo>
                    <a:cubicBezTo>
                      <a:pt x="4" y="26"/>
                      <a:pt x="7" y="14"/>
                      <a:pt x="13" y="5"/>
                    </a:cubicBezTo>
                    <a:cubicBezTo>
                      <a:pt x="15" y="2"/>
                      <a:pt x="11" y="0"/>
                      <a:pt x="1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2" name="Google Shape;122;p2">
                <a:extLst>
                  <a:ext uri="{FF2B5EF4-FFF2-40B4-BE49-F238E27FC236}">
                    <a16:creationId xmlns:a16="http://schemas.microsoft.com/office/drawing/2014/main" id="{1450CF73-A459-06A8-332D-E6CFF5E60CD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988050" y="5172076"/>
                <a:ext cx="39687" cy="1206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44" extrusionOk="0">
                    <a:moveTo>
                      <a:pt x="10" y="2"/>
                    </a:moveTo>
                    <a:cubicBezTo>
                      <a:pt x="5" y="14"/>
                      <a:pt x="0" y="28"/>
                      <a:pt x="5" y="41"/>
                    </a:cubicBezTo>
                    <a:cubicBezTo>
                      <a:pt x="6" y="44"/>
                      <a:pt x="9" y="42"/>
                      <a:pt x="9" y="40"/>
                    </a:cubicBezTo>
                    <a:cubicBezTo>
                      <a:pt x="5" y="28"/>
                      <a:pt x="10" y="15"/>
                      <a:pt x="14" y="4"/>
                    </a:cubicBezTo>
                    <a:cubicBezTo>
                      <a:pt x="15" y="1"/>
                      <a:pt x="11" y="0"/>
                      <a:pt x="1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3" name="Google Shape;123;p2">
                <a:extLst>
                  <a:ext uri="{FF2B5EF4-FFF2-40B4-BE49-F238E27FC236}">
                    <a16:creationId xmlns:a16="http://schemas.microsoft.com/office/drawing/2014/main" id="{DA1585C8-3AAD-6150-8C21-D8B1044C2CF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037263" y="4981576"/>
                <a:ext cx="84137" cy="73025"/>
              </a:xfrm>
              <a:custGeom>
                <a:avLst/>
                <a:gdLst/>
                <a:ahLst/>
                <a:cxnLst/>
                <a:rect l="l" t="t" r="r" b="b"/>
                <a:pathLst>
                  <a:path w="31" h="27" extrusionOk="0">
                    <a:moveTo>
                      <a:pt x="26" y="2"/>
                    </a:moveTo>
                    <a:cubicBezTo>
                      <a:pt x="19" y="10"/>
                      <a:pt x="12" y="17"/>
                      <a:pt x="3" y="22"/>
                    </a:cubicBezTo>
                    <a:cubicBezTo>
                      <a:pt x="0" y="23"/>
                      <a:pt x="2" y="27"/>
                      <a:pt x="4" y="26"/>
                    </a:cubicBezTo>
                    <a:cubicBezTo>
                      <a:pt x="14" y="21"/>
                      <a:pt x="22" y="13"/>
                      <a:pt x="29" y="5"/>
                    </a:cubicBezTo>
                    <a:cubicBezTo>
                      <a:pt x="31" y="3"/>
                      <a:pt x="28" y="0"/>
                      <a:pt x="26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4" name="Google Shape;124;p2">
                <a:extLst>
                  <a:ext uri="{FF2B5EF4-FFF2-40B4-BE49-F238E27FC236}">
                    <a16:creationId xmlns:a16="http://schemas.microsoft.com/office/drawing/2014/main" id="{6EA70645-F5EA-9E21-3460-F9A491C40C5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56213" y="5324476"/>
                <a:ext cx="247650" cy="103188"/>
              </a:xfrm>
              <a:custGeom>
                <a:avLst/>
                <a:gdLst/>
                <a:ahLst/>
                <a:cxnLst/>
                <a:rect l="l" t="t" r="r" b="b"/>
                <a:pathLst>
                  <a:path w="91" h="38" extrusionOk="0">
                    <a:moveTo>
                      <a:pt x="4" y="10"/>
                    </a:moveTo>
                    <a:cubicBezTo>
                      <a:pt x="29" y="26"/>
                      <a:pt x="56" y="35"/>
                      <a:pt x="85" y="37"/>
                    </a:cubicBezTo>
                    <a:cubicBezTo>
                      <a:pt x="90" y="38"/>
                      <a:pt x="91" y="29"/>
                      <a:pt x="86" y="29"/>
                    </a:cubicBezTo>
                    <a:cubicBezTo>
                      <a:pt x="58" y="27"/>
                      <a:pt x="32" y="18"/>
                      <a:pt x="9" y="3"/>
                    </a:cubicBezTo>
                    <a:cubicBezTo>
                      <a:pt x="5" y="0"/>
                      <a:pt x="0" y="7"/>
                      <a:pt x="4" y="1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5" name="Google Shape;125;p2">
                <a:extLst>
                  <a:ext uri="{FF2B5EF4-FFF2-40B4-BE49-F238E27FC236}">
                    <a16:creationId xmlns:a16="http://schemas.microsoft.com/office/drawing/2014/main" id="{82DEEF24-E831-E6A2-1ECD-0CAA7B4071D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511800" y="5407026"/>
                <a:ext cx="50800" cy="26988"/>
              </a:xfrm>
              <a:custGeom>
                <a:avLst/>
                <a:gdLst/>
                <a:ahLst/>
                <a:cxnLst/>
                <a:rect l="l" t="t" r="r" b="b"/>
                <a:pathLst>
                  <a:path w="19" h="10" extrusionOk="0">
                    <a:moveTo>
                      <a:pt x="4" y="9"/>
                    </a:moveTo>
                    <a:cubicBezTo>
                      <a:pt x="7" y="9"/>
                      <a:pt x="11" y="9"/>
                      <a:pt x="14" y="10"/>
                    </a:cubicBezTo>
                    <a:cubicBezTo>
                      <a:pt x="16" y="10"/>
                      <a:pt x="18" y="8"/>
                      <a:pt x="19" y="6"/>
                    </a:cubicBezTo>
                    <a:cubicBezTo>
                      <a:pt x="19" y="4"/>
                      <a:pt x="17" y="2"/>
                      <a:pt x="15" y="2"/>
                    </a:cubicBezTo>
                    <a:cubicBezTo>
                      <a:pt x="12" y="1"/>
                      <a:pt x="8" y="1"/>
                      <a:pt x="5" y="1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6"/>
                      <a:pt x="1" y="9"/>
                      <a:pt x="4" y="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6" name="Google Shape;126;p2">
                <a:extLst>
                  <a:ext uri="{FF2B5EF4-FFF2-40B4-BE49-F238E27FC236}">
                    <a16:creationId xmlns:a16="http://schemas.microsoft.com/office/drawing/2014/main" id="{F9270554-F465-3EB1-4180-AD87480B6C5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27625" y="4927601"/>
                <a:ext cx="150812" cy="157163"/>
              </a:xfrm>
              <a:custGeom>
                <a:avLst/>
                <a:gdLst/>
                <a:ahLst/>
                <a:cxnLst/>
                <a:rect l="l" t="t" r="r" b="b"/>
                <a:pathLst>
                  <a:path w="55" h="58" extrusionOk="0">
                    <a:moveTo>
                      <a:pt x="47" y="2"/>
                    </a:moveTo>
                    <a:cubicBezTo>
                      <a:pt x="25" y="9"/>
                      <a:pt x="8" y="27"/>
                      <a:pt x="2" y="49"/>
                    </a:cubicBezTo>
                    <a:cubicBezTo>
                      <a:pt x="0" y="55"/>
                      <a:pt x="8" y="58"/>
                      <a:pt x="10" y="52"/>
                    </a:cubicBezTo>
                    <a:cubicBezTo>
                      <a:pt x="15" y="32"/>
                      <a:pt x="30" y="17"/>
                      <a:pt x="50" y="10"/>
                    </a:cubicBezTo>
                    <a:cubicBezTo>
                      <a:pt x="55" y="8"/>
                      <a:pt x="52" y="0"/>
                      <a:pt x="47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7" name="Google Shape;127;p2">
                <a:extLst>
                  <a:ext uri="{FF2B5EF4-FFF2-40B4-BE49-F238E27FC236}">
                    <a16:creationId xmlns:a16="http://schemas.microsoft.com/office/drawing/2014/main" id="{B4A4CBFB-1C66-C8C4-396E-7852F34A0CB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99075" y="4919663"/>
                <a:ext cx="52387" cy="28575"/>
              </a:xfrm>
              <a:custGeom>
                <a:avLst/>
                <a:gdLst/>
                <a:ahLst/>
                <a:cxnLst/>
                <a:rect l="l" t="t" r="r" b="b"/>
                <a:pathLst>
                  <a:path w="19" h="11" extrusionOk="0">
                    <a:moveTo>
                      <a:pt x="4" y="8"/>
                    </a:moveTo>
                    <a:cubicBezTo>
                      <a:pt x="7" y="9"/>
                      <a:pt x="11" y="10"/>
                      <a:pt x="14" y="11"/>
                    </a:cubicBezTo>
                    <a:cubicBezTo>
                      <a:pt x="16" y="11"/>
                      <a:pt x="18" y="9"/>
                      <a:pt x="19" y="7"/>
                    </a:cubicBezTo>
                    <a:cubicBezTo>
                      <a:pt x="19" y="5"/>
                      <a:pt x="17" y="3"/>
                      <a:pt x="15" y="2"/>
                    </a:cubicBezTo>
                    <a:cubicBezTo>
                      <a:pt x="12" y="2"/>
                      <a:pt x="8" y="1"/>
                      <a:pt x="5" y="0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6"/>
                      <a:pt x="1" y="8"/>
                      <a:pt x="4" y="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28" name="Google Shape;128;p2">
              <a:extLst>
                <a:ext uri="{FF2B5EF4-FFF2-40B4-BE49-F238E27FC236}">
                  <a16:creationId xmlns:a16="http://schemas.microsoft.com/office/drawing/2014/main" id="{6951D274-577E-4C9D-10E7-61B3B1A30F65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6286500" y="4689476"/>
              <a:ext cx="187325" cy="311150"/>
              <a:chOff x="6286500" y="4689476"/>
              <a:chExt cx="187325" cy="311150"/>
            </a:xfrm>
          </p:grpSpPr>
          <p:sp>
            <p:nvSpPr>
              <p:cNvPr id="129" name="Google Shape;129;p2">
                <a:extLst>
                  <a:ext uri="{FF2B5EF4-FFF2-40B4-BE49-F238E27FC236}">
                    <a16:creationId xmlns:a16="http://schemas.microsoft.com/office/drawing/2014/main" id="{7469082A-3FF6-797A-F992-89661A4054B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292850" y="4706938"/>
                <a:ext cx="157162" cy="277813"/>
              </a:xfrm>
              <a:custGeom>
                <a:avLst/>
                <a:gdLst/>
                <a:ahLst/>
                <a:cxnLst/>
                <a:rect l="l" t="t" r="r" b="b"/>
                <a:pathLst>
                  <a:path w="58" h="102" extrusionOk="0">
                    <a:moveTo>
                      <a:pt x="30" y="101"/>
                    </a:moveTo>
                    <a:cubicBezTo>
                      <a:pt x="15" y="92"/>
                      <a:pt x="4" y="76"/>
                      <a:pt x="2" y="59"/>
                    </a:cubicBezTo>
                    <a:cubicBezTo>
                      <a:pt x="0" y="43"/>
                      <a:pt x="4" y="27"/>
                      <a:pt x="8" y="12"/>
                    </a:cubicBezTo>
                    <a:cubicBezTo>
                      <a:pt x="9" y="7"/>
                      <a:pt x="11" y="3"/>
                      <a:pt x="14" y="0"/>
                    </a:cubicBezTo>
                    <a:cubicBezTo>
                      <a:pt x="38" y="10"/>
                      <a:pt x="55" y="35"/>
                      <a:pt x="57" y="61"/>
                    </a:cubicBezTo>
                    <a:cubicBezTo>
                      <a:pt x="58" y="70"/>
                      <a:pt x="56" y="80"/>
                      <a:pt x="51" y="88"/>
                    </a:cubicBezTo>
                    <a:cubicBezTo>
                      <a:pt x="46" y="96"/>
                      <a:pt x="37" y="102"/>
                      <a:pt x="28" y="101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0" name="Google Shape;130;p2">
                <a:extLst>
                  <a:ext uri="{FF2B5EF4-FFF2-40B4-BE49-F238E27FC236}">
                    <a16:creationId xmlns:a16="http://schemas.microsoft.com/office/drawing/2014/main" id="{B4996655-E930-A198-7D2A-3FA333789B1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286500" y="4689476"/>
                <a:ext cx="187325" cy="311150"/>
              </a:xfrm>
              <a:custGeom>
                <a:avLst/>
                <a:gdLst/>
                <a:ahLst/>
                <a:cxnLst/>
                <a:rect l="l" t="t" r="r" b="b"/>
                <a:pathLst>
                  <a:path w="69" h="114" extrusionOk="0">
                    <a:moveTo>
                      <a:pt x="38" y="104"/>
                    </a:moveTo>
                    <a:cubicBezTo>
                      <a:pt x="18" y="99"/>
                      <a:pt x="9" y="77"/>
                      <a:pt x="7" y="59"/>
                    </a:cubicBezTo>
                    <a:cubicBezTo>
                      <a:pt x="5" y="40"/>
                      <a:pt x="10" y="21"/>
                      <a:pt x="15" y="3"/>
                    </a:cubicBezTo>
                    <a:cubicBezTo>
                      <a:pt x="14" y="4"/>
                      <a:pt x="13" y="4"/>
                      <a:pt x="12" y="5"/>
                    </a:cubicBezTo>
                    <a:cubicBezTo>
                      <a:pt x="31" y="12"/>
                      <a:pt x="47" y="25"/>
                      <a:pt x="56" y="43"/>
                    </a:cubicBezTo>
                    <a:cubicBezTo>
                      <a:pt x="61" y="52"/>
                      <a:pt x="63" y="63"/>
                      <a:pt x="62" y="73"/>
                    </a:cubicBezTo>
                    <a:cubicBezTo>
                      <a:pt x="62" y="87"/>
                      <a:pt x="52" y="107"/>
                      <a:pt x="35" y="103"/>
                    </a:cubicBezTo>
                    <a:cubicBezTo>
                      <a:pt x="32" y="102"/>
                      <a:pt x="31" y="107"/>
                      <a:pt x="34" y="107"/>
                    </a:cubicBezTo>
                    <a:cubicBezTo>
                      <a:pt x="59" y="114"/>
                      <a:pt x="69" y="80"/>
                      <a:pt x="67" y="61"/>
                    </a:cubicBezTo>
                    <a:cubicBezTo>
                      <a:pt x="62" y="32"/>
                      <a:pt x="40" y="11"/>
                      <a:pt x="14" y="1"/>
                    </a:cubicBezTo>
                    <a:cubicBezTo>
                      <a:pt x="12" y="0"/>
                      <a:pt x="11" y="1"/>
                      <a:pt x="11" y="2"/>
                    </a:cubicBezTo>
                    <a:cubicBezTo>
                      <a:pt x="5" y="24"/>
                      <a:pt x="0" y="46"/>
                      <a:pt x="4" y="69"/>
                    </a:cubicBezTo>
                    <a:cubicBezTo>
                      <a:pt x="8" y="86"/>
                      <a:pt x="19" y="104"/>
                      <a:pt x="37" y="108"/>
                    </a:cubicBezTo>
                    <a:cubicBezTo>
                      <a:pt x="40" y="109"/>
                      <a:pt x="41" y="105"/>
                      <a:pt x="38" y="10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1" name="Google Shape;131;p2">
                <a:extLst>
                  <a:ext uri="{FF2B5EF4-FFF2-40B4-BE49-F238E27FC236}">
                    <a16:creationId xmlns:a16="http://schemas.microsoft.com/office/drawing/2014/main" id="{7A1CBBFE-5DC3-979B-1099-61BDC610FAD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27775" y="4725988"/>
                <a:ext cx="92075" cy="250825"/>
              </a:xfrm>
              <a:custGeom>
                <a:avLst/>
                <a:gdLst/>
                <a:ahLst/>
                <a:cxnLst/>
                <a:rect l="l" t="t" r="r" b="b"/>
                <a:pathLst>
                  <a:path w="34" h="92" extrusionOk="0">
                    <a:moveTo>
                      <a:pt x="2" y="5"/>
                    </a:moveTo>
                    <a:cubicBezTo>
                      <a:pt x="15" y="32"/>
                      <a:pt x="24" y="60"/>
                      <a:pt x="29" y="90"/>
                    </a:cubicBezTo>
                    <a:cubicBezTo>
                      <a:pt x="29" y="92"/>
                      <a:pt x="34" y="91"/>
                      <a:pt x="33" y="88"/>
                    </a:cubicBezTo>
                    <a:cubicBezTo>
                      <a:pt x="28" y="59"/>
                      <a:pt x="19" y="30"/>
                      <a:pt x="5" y="3"/>
                    </a:cubicBezTo>
                    <a:cubicBezTo>
                      <a:pt x="4" y="0"/>
                      <a:pt x="0" y="3"/>
                      <a:pt x="2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2" name="Google Shape;132;p2">
                <a:extLst>
                  <a:ext uri="{FF2B5EF4-FFF2-40B4-BE49-F238E27FC236}">
                    <a16:creationId xmlns:a16="http://schemas.microsoft.com/office/drawing/2014/main" id="{DCA859D4-CA4B-7D0C-E97F-1926A9D6712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11900" y="4821238"/>
                <a:ext cx="84137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31" h="15" extrusionOk="0">
                    <a:moveTo>
                      <a:pt x="3" y="6"/>
                    </a:moveTo>
                    <a:cubicBezTo>
                      <a:pt x="10" y="9"/>
                      <a:pt x="19" y="12"/>
                      <a:pt x="27" y="14"/>
                    </a:cubicBezTo>
                    <a:cubicBezTo>
                      <a:pt x="30" y="15"/>
                      <a:pt x="31" y="11"/>
                      <a:pt x="28" y="10"/>
                    </a:cubicBezTo>
                    <a:cubicBezTo>
                      <a:pt x="20" y="8"/>
                      <a:pt x="12" y="5"/>
                      <a:pt x="4" y="1"/>
                    </a:cubicBezTo>
                    <a:cubicBezTo>
                      <a:pt x="1" y="0"/>
                      <a:pt x="0" y="5"/>
                      <a:pt x="3" y="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3" name="Google Shape;133;p2">
                <a:extLst>
                  <a:ext uri="{FF2B5EF4-FFF2-40B4-BE49-F238E27FC236}">
                    <a16:creationId xmlns:a16="http://schemas.microsoft.com/office/drawing/2014/main" id="{AE5F4819-8B25-FC32-7989-FBC0432B837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78575" y="4787901"/>
                <a:ext cx="47625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17" h="28" extrusionOk="0">
                    <a:moveTo>
                      <a:pt x="5" y="25"/>
                    </a:moveTo>
                    <a:cubicBezTo>
                      <a:pt x="8" y="18"/>
                      <a:pt x="12" y="11"/>
                      <a:pt x="15" y="4"/>
                    </a:cubicBezTo>
                    <a:cubicBezTo>
                      <a:pt x="17" y="2"/>
                      <a:pt x="13" y="0"/>
                      <a:pt x="12" y="2"/>
                    </a:cubicBezTo>
                    <a:cubicBezTo>
                      <a:pt x="8" y="9"/>
                      <a:pt x="4" y="16"/>
                      <a:pt x="1" y="23"/>
                    </a:cubicBezTo>
                    <a:cubicBezTo>
                      <a:pt x="0" y="25"/>
                      <a:pt x="4" y="28"/>
                      <a:pt x="5" y="2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4" name="Google Shape;134;p2">
                <a:extLst>
                  <a:ext uri="{FF2B5EF4-FFF2-40B4-BE49-F238E27FC236}">
                    <a16:creationId xmlns:a16="http://schemas.microsoft.com/office/drawing/2014/main" id="{5B5D44CB-0BD0-A6B0-B780-34252F48D71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32538" y="4902201"/>
                <a:ext cx="76200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28" h="9" extrusionOk="0">
                    <a:moveTo>
                      <a:pt x="3" y="5"/>
                    </a:moveTo>
                    <a:cubicBezTo>
                      <a:pt x="10" y="7"/>
                      <a:pt x="18" y="8"/>
                      <a:pt x="25" y="9"/>
                    </a:cubicBezTo>
                    <a:cubicBezTo>
                      <a:pt x="28" y="9"/>
                      <a:pt x="28" y="5"/>
                      <a:pt x="25" y="5"/>
                    </a:cubicBezTo>
                    <a:cubicBezTo>
                      <a:pt x="18" y="4"/>
                      <a:pt x="11" y="3"/>
                      <a:pt x="4" y="1"/>
                    </a:cubicBezTo>
                    <a:cubicBezTo>
                      <a:pt x="1" y="0"/>
                      <a:pt x="0" y="5"/>
                      <a:pt x="3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5" name="Google Shape;135;p2">
                <a:extLst>
                  <a:ext uri="{FF2B5EF4-FFF2-40B4-BE49-F238E27FC236}">
                    <a16:creationId xmlns:a16="http://schemas.microsoft.com/office/drawing/2014/main" id="{C660144F-09E7-D5A8-867A-64F21F1AA45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92863" y="4851401"/>
                <a:ext cx="52387" cy="77788"/>
              </a:xfrm>
              <a:custGeom>
                <a:avLst/>
                <a:gdLst/>
                <a:ahLst/>
                <a:cxnLst/>
                <a:rect l="l" t="t" r="r" b="b"/>
                <a:pathLst>
                  <a:path w="19" h="29" extrusionOk="0">
                    <a:moveTo>
                      <a:pt x="5" y="27"/>
                    </a:moveTo>
                    <a:cubicBezTo>
                      <a:pt x="10" y="20"/>
                      <a:pt x="15" y="13"/>
                      <a:pt x="18" y="5"/>
                    </a:cubicBezTo>
                    <a:cubicBezTo>
                      <a:pt x="19" y="2"/>
                      <a:pt x="15" y="0"/>
                      <a:pt x="14" y="3"/>
                    </a:cubicBezTo>
                    <a:cubicBezTo>
                      <a:pt x="11" y="10"/>
                      <a:pt x="7" y="17"/>
                      <a:pt x="2" y="23"/>
                    </a:cubicBezTo>
                    <a:cubicBezTo>
                      <a:pt x="0" y="26"/>
                      <a:pt x="3" y="29"/>
                      <a:pt x="5" y="2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36" name="Google Shape;136;p2">
              <a:extLst>
                <a:ext uri="{FF2B5EF4-FFF2-40B4-BE49-F238E27FC236}">
                  <a16:creationId xmlns:a16="http://schemas.microsoft.com/office/drawing/2014/main" id="{2400AFAA-8315-DA61-850F-6D3536987C55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009900" y="4746626"/>
              <a:ext cx="333375" cy="200025"/>
              <a:chOff x="3009900" y="4746626"/>
              <a:chExt cx="333375" cy="200025"/>
            </a:xfrm>
          </p:grpSpPr>
          <p:sp>
            <p:nvSpPr>
              <p:cNvPr id="137" name="Google Shape;137;p2">
                <a:extLst>
                  <a:ext uri="{FF2B5EF4-FFF2-40B4-BE49-F238E27FC236}">
                    <a16:creationId xmlns:a16="http://schemas.microsoft.com/office/drawing/2014/main" id="{C160E032-225B-38D5-89B8-AAC8CF6E8A5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25775" y="4752976"/>
                <a:ext cx="317500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117" h="63" extrusionOk="0">
                    <a:moveTo>
                      <a:pt x="1" y="27"/>
                    </a:moveTo>
                    <a:cubicBezTo>
                      <a:pt x="10" y="8"/>
                      <a:pt x="33" y="0"/>
                      <a:pt x="54" y="3"/>
                    </a:cubicBezTo>
                    <a:cubicBezTo>
                      <a:pt x="74" y="5"/>
                      <a:pt x="92" y="17"/>
                      <a:pt x="108" y="31"/>
                    </a:cubicBezTo>
                    <a:cubicBezTo>
                      <a:pt x="112" y="35"/>
                      <a:pt x="117" y="40"/>
                      <a:pt x="115" y="45"/>
                    </a:cubicBezTo>
                    <a:cubicBezTo>
                      <a:pt x="114" y="48"/>
                      <a:pt x="112" y="50"/>
                      <a:pt x="110" y="51"/>
                    </a:cubicBezTo>
                    <a:cubicBezTo>
                      <a:pt x="102" y="58"/>
                      <a:pt x="91" y="59"/>
                      <a:pt x="80" y="61"/>
                    </a:cubicBezTo>
                    <a:cubicBezTo>
                      <a:pt x="63" y="62"/>
                      <a:pt x="45" y="63"/>
                      <a:pt x="30" y="56"/>
                    </a:cubicBezTo>
                    <a:cubicBezTo>
                      <a:pt x="14" y="49"/>
                      <a:pt x="0" y="34"/>
                      <a:pt x="1" y="17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8" name="Google Shape;138;p2">
                <a:extLst>
                  <a:ext uri="{FF2B5EF4-FFF2-40B4-BE49-F238E27FC236}">
                    <a16:creationId xmlns:a16="http://schemas.microsoft.com/office/drawing/2014/main" id="{BB9CD7B6-8D36-10FE-86FB-E8162E1E4AF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09900" y="4746626"/>
                <a:ext cx="331787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122" h="73" extrusionOk="0">
                    <a:moveTo>
                      <a:pt x="18" y="19"/>
                    </a:moveTo>
                    <a:cubicBezTo>
                      <a:pt x="32" y="3"/>
                      <a:pt x="55" y="5"/>
                      <a:pt x="73" y="12"/>
                    </a:cubicBezTo>
                    <a:cubicBezTo>
                      <a:pt x="90" y="18"/>
                      <a:pt x="105" y="31"/>
                      <a:pt x="118" y="44"/>
                    </a:cubicBezTo>
                    <a:cubicBezTo>
                      <a:pt x="118" y="43"/>
                      <a:pt x="118" y="42"/>
                      <a:pt x="118" y="41"/>
                    </a:cubicBezTo>
                    <a:cubicBezTo>
                      <a:pt x="103" y="54"/>
                      <a:pt x="85" y="62"/>
                      <a:pt x="65" y="63"/>
                    </a:cubicBezTo>
                    <a:cubicBezTo>
                      <a:pt x="54" y="63"/>
                      <a:pt x="44" y="60"/>
                      <a:pt x="35" y="55"/>
                    </a:cubicBezTo>
                    <a:cubicBezTo>
                      <a:pt x="23" y="48"/>
                      <a:pt x="9" y="30"/>
                      <a:pt x="21" y="17"/>
                    </a:cubicBezTo>
                    <a:cubicBezTo>
                      <a:pt x="23" y="14"/>
                      <a:pt x="19" y="11"/>
                      <a:pt x="17" y="14"/>
                    </a:cubicBezTo>
                    <a:cubicBezTo>
                      <a:pt x="0" y="33"/>
                      <a:pt x="25" y="58"/>
                      <a:pt x="44" y="64"/>
                    </a:cubicBezTo>
                    <a:cubicBezTo>
                      <a:pt x="72" y="73"/>
                      <a:pt x="101" y="63"/>
                      <a:pt x="122" y="44"/>
                    </a:cubicBezTo>
                    <a:cubicBezTo>
                      <a:pt x="122" y="43"/>
                      <a:pt x="122" y="41"/>
                      <a:pt x="121" y="40"/>
                    </a:cubicBezTo>
                    <a:cubicBezTo>
                      <a:pt x="104" y="25"/>
                      <a:pt x="87" y="11"/>
                      <a:pt x="65" y="4"/>
                    </a:cubicBezTo>
                    <a:cubicBezTo>
                      <a:pt x="48" y="0"/>
                      <a:pt x="27" y="2"/>
                      <a:pt x="15" y="16"/>
                    </a:cubicBezTo>
                    <a:cubicBezTo>
                      <a:pt x="13" y="18"/>
                      <a:pt x="16" y="21"/>
                      <a:pt x="18" y="1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9" name="Google Shape;139;p2">
                <a:extLst>
                  <a:ext uri="{FF2B5EF4-FFF2-40B4-BE49-F238E27FC236}">
                    <a16:creationId xmlns:a16="http://schemas.microsoft.com/office/drawing/2014/main" id="{7EFD7D83-B1BA-88DB-D249-12DFB24CAFF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44825" y="4813301"/>
                <a:ext cx="258762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95" h="19" extrusionOk="0">
                    <a:moveTo>
                      <a:pt x="91" y="14"/>
                    </a:moveTo>
                    <a:cubicBezTo>
                      <a:pt x="62" y="14"/>
                      <a:pt x="32" y="9"/>
                      <a:pt x="4" y="1"/>
                    </a:cubicBezTo>
                    <a:cubicBezTo>
                      <a:pt x="1" y="0"/>
                      <a:pt x="0" y="4"/>
                      <a:pt x="3" y="5"/>
                    </a:cubicBezTo>
                    <a:cubicBezTo>
                      <a:pt x="32" y="14"/>
                      <a:pt x="62" y="18"/>
                      <a:pt x="92" y="19"/>
                    </a:cubicBezTo>
                    <a:cubicBezTo>
                      <a:pt x="95" y="19"/>
                      <a:pt x="94" y="14"/>
                      <a:pt x="91" y="1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0" name="Google Shape;140;p2">
                <a:extLst>
                  <a:ext uri="{FF2B5EF4-FFF2-40B4-BE49-F238E27FC236}">
                    <a16:creationId xmlns:a16="http://schemas.microsoft.com/office/drawing/2014/main" id="{E4BC31A4-FFF7-B56B-B498-E47FC33814B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159125" y="4791076"/>
                <a:ext cx="68262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25" h="25" extrusionOk="0">
                    <a:moveTo>
                      <a:pt x="20" y="2"/>
                    </a:moveTo>
                    <a:cubicBezTo>
                      <a:pt x="14" y="7"/>
                      <a:pt x="7" y="13"/>
                      <a:pt x="2" y="20"/>
                    </a:cubicBezTo>
                    <a:cubicBezTo>
                      <a:pt x="0" y="22"/>
                      <a:pt x="3" y="25"/>
                      <a:pt x="5" y="23"/>
                    </a:cubicBezTo>
                    <a:cubicBezTo>
                      <a:pt x="11" y="16"/>
                      <a:pt x="17" y="10"/>
                      <a:pt x="23" y="5"/>
                    </a:cubicBezTo>
                    <a:cubicBezTo>
                      <a:pt x="25" y="3"/>
                      <a:pt x="22" y="0"/>
                      <a:pt x="2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1" name="Google Shape;141;p2">
                <a:extLst>
                  <a:ext uri="{FF2B5EF4-FFF2-40B4-BE49-F238E27FC236}">
                    <a16:creationId xmlns:a16="http://schemas.microsoft.com/office/drawing/2014/main" id="{76FA0A10-733D-9015-3652-C3339C94EDA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155950" y="4843463"/>
                <a:ext cx="57150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21" h="25" extrusionOk="0">
                    <a:moveTo>
                      <a:pt x="2" y="4"/>
                    </a:moveTo>
                    <a:cubicBezTo>
                      <a:pt x="7" y="10"/>
                      <a:pt x="12" y="16"/>
                      <a:pt x="16" y="23"/>
                    </a:cubicBezTo>
                    <a:cubicBezTo>
                      <a:pt x="17" y="25"/>
                      <a:pt x="21" y="23"/>
                      <a:pt x="20" y="20"/>
                    </a:cubicBezTo>
                    <a:cubicBezTo>
                      <a:pt x="15" y="14"/>
                      <a:pt x="11" y="8"/>
                      <a:pt x="6" y="2"/>
                    </a:cubicBezTo>
                    <a:cubicBezTo>
                      <a:pt x="4" y="0"/>
                      <a:pt x="0" y="2"/>
                      <a:pt x="2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2" name="Google Shape;142;p2">
                <a:extLst>
                  <a:ext uri="{FF2B5EF4-FFF2-40B4-BE49-F238E27FC236}">
                    <a16:creationId xmlns:a16="http://schemas.microsoft.com/office/drawing/2014/main" id="{1B0F1E53-3C64-FDA6-B83A-2FC35E820E1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90863" y="4775201"/>
                <a:ext cx="53975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20" h="25" extrusionOk="0">
                    <a:moveTo>
                      <a:pt x="15" y="2"/>
                    </a:moveTo>
                    <a:cubicBezTo>
                      <a:pt x="10" y="8"/>
                      <a:pt x="5" y="14"/>
                      <a:pt x="1" y="21"/>
                    </a:cubicBezTo>
                    <a:cubicBezTo>
                      <a:pt x="0" y="23"/>
                      <a:pt x="4" y="25"/>
                      <a:pt x="5" y="23"/>
                    </a:cubicBezTo>
                    <a:cubicBezTo>
                      <a:pt x="9" y="16"/>
                      <a:pt x="14" y="10"/>
                      <a:pt x="18" y="5"/>
                    </a:cubicBezTo>
                    <a:cubicBezTo>
                      <a:pt x="20" y="3"/>
                      <a:pt x="17" y="0"/>
                      <a:pt x="15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3" name="Google Shape;143;p2">
                <a:extLst>
                  <a:ext uri="{FF2B5EF4-FFF2-40B4-BE49-F238E27FC236}">
                    <a16:creationId xmlns:a16="http://schemas.microsoft.com/office/drawing/2014/main" id="{89B506C0-1EBD-26B7-B475-54EA9302F6F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94038" y="4826001"/>
                <a:ext cx="53975" cy="74613"/>
              </a:xfrm>
              <a:custGeom>
                <a:avLst/>
                <a:gdLst/>
                <a:ahLst/>
                <a:cxnLst/>
                <a:rect l="l" t="t" r="r" b="b"/>
                <a:pathLst>
                  <a:path w="20" h="27" extrusionOk="0">
                    <a:moveTo>
                      <a:pt x="1" y="4"/>
                    </a:moveTo>
                    <a:cubicBezTo>
                      <a:pt x="5" y="11"/>
                      <a:pt x="9" y="18"/>
                      <a:pt x="14" y="25"/>
                    </a:cubicBezTo>
                    <a:cubicBezTo>
                      <a:pt x="16" y="27"/>
                      <a:pt x="20" y="25"/>
                      <a:pt x="18" y="22"/>
                    </a:cubicBezTo>
                    <a:cubicBezTo>
                      <a:pt x="13" y="16"/>
                      <a:pt x="9" y="9"/>
                      <a:pt x="5" y="2"/>
                    </a:cubicBezTo>
                    <a:cubicBezTo>
                      <a:pt x="4" y="0"/>
                      <a:pt x="0" y="1"/>
                      <a:pt x="1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44" name="Google Shape;144;p2">
              <a:extLst>
                <a:ext uri="{FF2B5EF4-FFF2-40B4-BE49-F238E27FC236}">
                  <a16:creationId xmlns:a16="http://schemas.microsoft.com/office/drawing/2014/main" id="{4561077A-241A-8FDA-71C8-BF3B3B2D819D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5138738" y="4387851"/>
              <a:ext cx="250824" cy="255588"/>
              <a:chOff x="5138738" y="4387851"/>
              <a:chExt cx="250824" cy="255588"/>
            </a:xfrm>
          </p:grpSpPr>
          <p:sp>
            <p:nvSpPr>
              <p:cNvPr id="145" name="Google Shape;145;p2">
                <a:extLst>
                  <a:ext uri="{FF2B5EF4-FFF2-40B4-BE49-F238E27FC236}">
                    <a16:creationId xmlns:a16="http://schemas.microsoft.com/office/drawing/2014/main" id="{C77A54D9-9C79-D565-7F7A-F23CC706A38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38738" y="4398963"/>
                <a:ext cx="215900" cy="231775"/>
              </a:xfrm>
              <a:custGeom>
                <a:avLst/>
                <a:gdLst/>
                <a:ahLst/>
                <a:cxnLst/>
                <a:rect l="l" t="t" r="r" b="b"/>
                <a:pathLst>
                  <a:path w="79" h="85" extrusionOk="0">
                    <a:moveTo>
                      <a:pt x="34" y="76"/>
                    </a:moveTo>
                    <a:cubicBezTo>
                      <a:pt x="19" y="60"/>
                      <a:pt x="9" y="41"/>
                      <a:pt x="3" y="20"/>
                    </a:cubicBezTo>
                    <a:cubicBezTo>
                      <a:pt x="1" y="15"/>
                      <a:pt x="0" y="8"/>
                      <a:pt x="4" y="3"/>
                    </a:cubicBezTo>
                    <a:cubicBezTo>
                      <a:pt x="10" y="2"/>
                      <a:pt x="15" y="7"/>
                      <a:pt x="19" y="11"/>
                    </a:cubicBezTo>
                    <a:cubicBezTo>
                      <a:pt x="22" y="16"/>
                      <a:pt x="25" y="22"/>
                      <a:pt x="29" y="26"/>
                    </a:cubicBezTo>
                    <a:cubicBezTo>
                      <a:pt x="29" y="19"/>
                      <a:pt x="32" y="11"/>
                      <a:pt x="38" y="6"/>
                    </a:cubicBezTo>
                    <a:cubicBezTo>
                      <a:pt x="44" y="1"/>
                      <a:pt x="53" y="0"/>
                      <a:pt x="59" y="4"/>
                    </a:cubicBezTo>
                    <a:cubicBezTo>
                      <a:pt x="63" y="6"/>
                      <a:pt x="66" y="10"/>
                      <a:pt x="68" y="14"/>
                    </a:cubicBezTo>
                    <a:cubicBezTo>
                      <a:pt x="79" y="36"/>
                      <a:pt x="72" y="63"/>
                      <a:pt x="55" y="81"/>
                    </a:cubicBezTo>
                    <a:cubicBezTo>
                      <a:pt x="54" y="82"/>
                      <a:pt x="52" y="83"/>
                      <a:pt x="50" y="84"/>
                    </a:cubicBezTo>
                    <a:cubicBezTo>
                      <a:pt x="47" y="85"/>
                      <a:pt x="43" y="83"/>
                      <a:pt x="40" y="81"/>
                    </a:cubicBezTo>
                    <a:cubicBezTo>
                      <a:pt x="35" y="77"/>
                      <a:pt x="30" y="74"/>
                      <a:pt x="25" y="70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6" name="Google Shape;146;p2">
                <a:extLst>
                  <a:ext uri="{FF2B5EF4-FFF2-40B4-BE49-F238E27FC236}">
                    <a16:creationId xmlns:a16="http://schemas.microsoft.com/office/drawing/2014/main" id="{B7355ABB-6620-2BDD-F453-FD3AB94F667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03825" y="4392613"/>
                <a:ext cx="93662" cy="249238"/>
              </a:xfrm>
              <a:custGeom>
                <a:avLst/>
                <a:gdLst/>
                <a:ahLst/>
                <a:cxnLst/>
                <a:rect l="l" t="t" r="r" b="b"/>
                <a:pathLst>
                  <a:path w="34" h="91" extrusionOk="0">
                    <a:moveTo>
                      <a:pt x="27" y="86"/>
                    </a:moveTo>
                    <a:cubicBezTo>
                      <a:pt x="4" y="61"/>
                      <a:pt x="6" y="26"/>
                      <a:pt x="32" y="5"/>
                    </a:cubicBezTo>
                    <a:cubicBezTo>
                      <a:pt x="34" y="3"/>
                      <a:pt x="31" y="0"/>
                      <a:pt x="29" y="1"/>
                    </a:cubicBezTo>
                    <a:cubicBezTo>
                      <a:pt x="1" y="24"/>
                      <a:pt x="0" y="63"/>
                      <a:pt x="24" y="89"/>
                    </a:cubicBezTo>
                    <a:cubicBezTo>
                      <a:pt x="26" y="91"/>
                      <a:pt x="29" y="88"/>
                      <a:pt x="27" y="8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7" name="Google Shape;147;p2">
                <a:extLst>
                  <a:ext uri="{FF2B5EF4-FFF2-40B4-BE49-F238E27FC236}">
                    <a16:creationId xmlns:a16="http://schemas.microsoft.com/office/drawing/2014/main" id="{69761636-E466-02EB-8E40-1FB2AC649AA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67325" y="4387851"/>
                <a:ext cx="122237" cy="255588"/>
              </a:xfrm>
              <a:custGeom>
                <a:avLst/>
                <a:gdLst/>
                <a:ahLst/>
                <a:cxnLst/>
                <a:rect l="l" t="t" r="r" b="b"/>
                <a:pathLst>
                  <a:path w="45" h="94" extrusionOk="0">
                    <a:moveTo>
                      <a:pt x="6" y="5"/>
                    </a:moveTo>
                    <a:cubicBezTo>
                      <a:pt x="32" y="28"/>
                      <a:pt x="41" y="72"/>
                      <a:pt x="2" y="88"/>
                    </a:cubicBezTo>
                    <a:cubicBezTo>
                      <a:pt x="0" y="90"/>
                      <a:pt x="1" y="94"/>
                      <a:pt x="4" y="93"/>
                    </a:cubicBezTo>
                    <a:cubicBezTo>
                      <a:pt x="45" y="75"/>
                      <a:pt x="38" y="28"/>
                      <a:pt x="9" y="2"/>
                    </a:cubicBezTo>
                    <a:cubicBezTo>
                      <a:pt x="7" y="0"/>
                      <a:pt x="4" y="4"/>
                      <a:pt x="6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8" name="Google Shape;148;p2">
                <a:extLst>
                  <a:ext uri="{FF2B5EF4-FFF2-40B4-BE49-F238E27FC236}">
                    <a16:creationId xmlns:a16="http://schemas.microsoft.com/office/drawing/2014/main" id="{B04047C6-F090-FB02-3089-5D75D9C0631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60963" y="4398963"/>
                <a:ext cx="106362" cy="220663"/>
              </a:xfrm>
              <a:custGeom>
                <a:avLst/>
                <a:gdLst/>
                <a:ahLst/>
                <a:cxnLst/>
                <a:rect l="l" t="t" r="r" b="b"/>
                <a:pathLst>
                  <a:path w="39" h="81" extrusionOk="0">
                    <a:moveTo>
                      <a:pt x="37" y="76"/>
                    </a:moveTo>
                    <a:cubicBezTo>
                      <a:pt x="21" y="70"/>
                      <a:pt x="13" y="55"/>
                      <a:pt x="8" y="40"/>
                    </a:cubicBezTo>
                    <a:cubicBezTo>
                      <a:pt x="5" y="30"/>
                      <a:pt x="5" y="19"/>
                      <a:pt x="4" y="9"/>
                    </a:cubicBezTo>
                    <a:cubicBezTo>
                      <a:pt x="4" y="0"/>
                      <a:pt x="27" y="20"/>
                      <a:pt x="28" y="21"/>
                    </a:cubicBezTo>
                    <a:cubicBezTo>
                      <a:pt x="30" y="23"/>
                      <a:pt x="33" y="20"/>
                      <a:pt x="31" y="18"/>
                    </a:cubicBezTo>
                    <a:cubicBezTo>
                      <a:pt x="23" y="9"/>
                      <a:pt x="14" y="4"/>
                      <a:pt x="3" y="1"/>
                    </a:cubicBezTo>
                    <a:cubicBezTo>
                      <a:pt x="1" y="1"/>
                      <a:pt x="0" y="2"/>
                      <a:pt x="0" y="3"/>
                    </a:cubicBezTo>
                    <a:cubicBezTo>
                      <a:pt x="0" y="31"/>
                      <a:pt x="6" y="68"/>
                      <a:pt x="34" y="80"/>
                    </a:cubicBezTo>
                    <a:cubicBezTo>
                      <a:pt x="37" y="81"/>
                      <a:pt x="39" y="78"/>
                      <a:pt x="37" y="7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9" name="Google Shape;149;p2">
                <a:extLst>
                  <a:ext uri="{FF2B5EF4-FFF2-40B4-BE49-F238E27FC236}">
                    <a16:creationId xmlns:a16="http://schemas.microsoft.com/office/drawing/2014/main" id="{B2C52E91-A7D5-3C52-6A07-1978E675910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91125" y="4456113"/>
                <a:ext cx="39687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15" h="25" extrusionOk="0">
                    <a:moveTo>
                      <a:pt x="1" y="2"/>
                    </a:moveTo>
                    <a:cubicBezTo>
                      <a:pt x="4" y="10"/>
                      <a:pt x="8" y="17"/>
                      <a:pt x="12" y="24"/>
                    </a:cubicBezTo>
                    <a:cubicBezTo>
                      <a:pt x="13" y="25"/>
                      <a:pt x="15" y="24"/>
                      <a:pt x="15" y="23"/>
                    </a:cubicBezTo>
                    <a:cubicBezTo>
                      <a:pt x="10" y="16"/>
                      <a:pt x="6" y="9"/>
                      <a:pt x="3" y="1"/>
                    </a:cubicBezTo>
                    <a:cubicBezTo>
                      <a:pt x="3" y="0"/>
                      <a:pt x="0" y="1"/>
                      <a:pt x="1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0" name="Google Shape;150;p2">
                <a:extLst>
                  <a:ext uri="{FF2B5EF4-FFF2-40B4-BE49-F238E27FC236}">
                    <a16:creationId xmlns:a16="http://schemas.microsoft.com/office/drawing/2014/main" id="{1B2497EB-98F2-8146-5D81-BE285794BDE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72088" y="4445001"/>
                <a:ext cx="15875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6" h="70" extrusionOk="0">
                    <a:moveTo>
                      <a:pt x="3" y="1"/>
                    </a:moveTo>
                    <a:cubicBezTo>
                      <a:pt x="3" y="24"/>
                      <a:pt x="0" y="46"/>
                      <a:pt x="1" y="68"/>
                    </a:cubicBezTo>
                    <a:cubicBezTo>
                      <a:pt x="1" y="70"/>
                      <a:pt x="4" y="70"/>
                      <a:pt x="4" y="68"/>
                    </a:cubicBezTo>
                    <a:cubicBezTo>
                      <a:pt x="3" y="46"/>
                      <a:pt x="5" y="24"/>
                      <a:pt x="6" y="1"/>
                    </a:cubicBezTo>
                    <a:cubicBezTo>
                      <a:pt x="6" y="0"/>
                      <a:pt x="3" y="0"/>
                      <a:pt x="3" y="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1" name="Google Shape;151;p2">
                <a:extLst>
                  <a:ext uri="{FF2B5EF4-FFF2-40B4-BE49-F238E27FC236}">
                    <a16:creationId xmlns:a16="http://schemas.microsoft.com/office/drawing/2014/main" id="{C26658F4-7BFF-764E-C16A-4D2F39E901D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45100" y="4483101"/>
                <a:ext cx="42862" cy="42863"/>
              </a:xfrm>
              <a:custGeom>
                <a:avLst/>
                <a:gdLst/>
                <a:ahLst/>
                <a:cxnLst/>
                <a:rect l="l" t="t" r="r" b="b"/>
                <a:pathLst>
                  <a:path w="16" h="16" extrusionOk="0">
                    <a:moveTo>
                      <a:pt x="1" y="3"/>
                    </a:moveTo>
                    <a:cubicBezTo>
                      <a:pt x="5" y="7"/>
                      <a:pt x="9" y="11"/>
                      <a:pt x="13" y="15"/>
                    </a:cubicBezTo>
                    <a:cubicBezTo>
                      <a:pt x="14" y="16"/>
                      <a:pt x="16" y="14"/>
                      <a:pt x="15" y="13"/>
                    </a:cubicBezTo>
                    <a:cubicBezTo>
                      <a:pt x="11" y="9"/>
                      <a:pt x="7" y="5"/>
                      <a:pt x="3" y="1"/>
                    </a:cubicBezTo>
                    <a:cubicBezTo>
                      <a:pt x="1" y="0"/>
                      <a:pt x="0" y="1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2" name="Google Shape;152;p2">
                <a:extLst>
                  <a:ext uri="{FF2B5EF4-FFF2-40B4-BE49-F238E27FC236}">
                    <a16:creationId xmlns:a16="http://schemas.microsoft.com/office/drawing/2014/main" id="{E8BEE0F2-386E-FF91-0BA1-66ED6436E3F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78438" y="4487863"/>
                <a:ext cx="53975" cy="36513"/>
              </a:xfrm>
              <a:custGeom>
                <a:avLst/>
                <a:gdLst/>
                <a:ahLst/>
                <a:cxnLst/>
                <a:rect l="l" t="t" r="r" b="b"/>
                <a:pathLst>
                  <a:path w="20" h="13" extrusionOk="0">
                    <a:moveTo>
                      <a:pt x="3" y="12"/>
                    </a:moveTo>
                    <a:cubicBezTo>
                      <a:pt x="8" y="9"/>
                      <a:pt x="13" y="6"/>
                      <a:pt x="18" y="3"/>
                    </a:cubicBezTo>
                    <a:cubicBezTo>
                      <a:pt x="20" y="3"/>
                      <a:pt x="18" y="0"/>
                      <a:pt x="17" y="1"/>
                    </a:cubicBezTo>
                    <a:cubicBezTo>
                      <a:pt x="12" y="4"/>
                      <a:pt x="6" y="7"/>
                      <a:pt x="1" y="10"/>
                    </a:cubicBezTo>
                    <a:cubicBezTo>
                      <a:pt x="0" y="11"/>
                      <a:pt x="1" y="13"/>
                      <a:pt x="3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3" name="Google Shape;153;p2">
                <a:extLst>
                  <a:ext uri="{FF2B5EF4-FFF2-40B4-BE49-F238E27FC236}">
                    <a16:creationId xmlns:a16="http://schemas.microsoft.com/office/drawing/2014/main" id="{ECCC2455-8139-F9F8-5226-9CE254EEA8D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45100" y="4548188"/>
                <a:ext cx="412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16" extrusionOk="0">
                    <a:moveTo>
                      <a:pt x="2" y="3"/>
                    </a:moveTo>
                    <a:cubicBezTo>
                      <a:pt x="5" y="7"/>
                      <a:pt x="8" y="11"/>
                      <a:pt x="12" y="15"/>
                    </a:cubicBezTo>
                    <a:cubicBezTo>
                      <a:pt x="13" y="16"/>
                      <a:pt x="15" y="14"/>
                      <a:pt x="14" y="13"/>
                    </a:cubicBezTo>
                    <a:cubicBezTo>
                      <a:pt x="10" y="9"/>
                      <a:pt x="7" y="5"/>
                      <a:pt x="3" y="1"/>
                    </a:cubicBezTo>
                    <a:cubicBezTo>
                      <a:pt x="2" y="0"/>
                      <a:pt x="0" y="2"/>
                      <a:pt x="2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4" name="Google Shape;154;p2">
                <a:extLst>
                  <a:ext uri="{FF2B5EF4-FFF2-40B4-BE49-F238E27FC236}">
                    <a16:creationId xmlns:a16="http://schemas.microsoft.com/office/drawing/2014/main" id="{CCB5B49F-5F4A-9E61-2744-B1EB8F7E54F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75263" y="4551363"/>
                <a:ext cx="49212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18" h="15" extrusionOk="0">
                    <a:moveTo>
                      <a:pt x="3" y="14"/>
                    </a:moveTo>
                    <a:cubicBezTo>
                      <a:pt x="7" y="10"/>
                      <a:pt x="12" y="7"/>
                      <a:pt x="17" y="4"/>
                    </a:cubicBezTo>
                    <a:cubicBezTo>
                      <a:pt x="18" y="3"/>
                      <a:pt x="17" y="0"/>
                      <a:pt x="15" y="1"/>
                    </a:cubicBezTo>
                    <a:cubicBezTo>
                      <a:pt x="11" y="5"/>
                      <a:pt x="6" y="8"/>
                      <a:pt x="1" y="12"/>
                    </a:cubicBezTo>
                    <a:cubicBezTo>
                      <a:pt x="0" y="13"/>
                      <a:pt x="1" y="15"/>
                      <a:pt x="3" y="1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55" name="Google Shape;155;p2">
              <a:extLst>
                <a:ext uri="{FF2B5EF4-FFF2-40B4-BE49-F238E27FC236}">
                  <a16:creationId xmlns:a16="http://schemas.microsoft.com/office/drawing/2014/main" id="{BD901900-C02C-63B5-C880-EC3C1C453DD2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219450" y="4289426"/>
              <a:ext cx="236537" cy="257175"/>
              <a:chOff x="3219450" y="4289426"/>
              <a:chExt cx="236537" cy="257175"/>
            </a:xfrm>
          </p:grpSpPr>
          <p:sp>
            <p:nvSpPr>
              <p:cNvPr id="156" name="Google Shape;156;p2">
                <a:extLst>
                  <a:ext uri="{FF2B5EF4-FFF2-40B4-BE49-F238E27FC236}">
                    <a16:creationId xmlns:a16="http://schemas.microsoft.com/office/drawing/2014/main" id="{C255B28E-36A3-9F7B-70FE-6D0E5ECD7E56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19450" y="4289426"/>
                <a:ext cx="200025" cy="239713"/>
              </a:xfrm>
              <a:custGeom>
                <a:avLst/>
                <a:gdLst/>
                <a:ahLst/>
                <a:cxnLst/>
                <a:rect l="l" t="t" r="r" b="b"/>
                <a:pathLst>
                  <a:path w="74" h="88" extrusionOk="0">
                    <a:moveTo>
                      <a:pt x="28" y="79"/>
                    </a:moveTo>
                    <a:cubicBezTo>
                      <a:pt x="10" y="59"/>
                      <a:pt x="0" y="32"/>
                      <a:pt x="2" y="6"/>
                    </a:cubicBezTo>
                    <a:cubicBezTo>
                      <a:pt x="10" y="6"/>
                      <a:pt x="15" y="15"/>
                      <a:pt x="22" y="19"/>
                    </a:cubicBezTo>
                    <a:cubicBezTo>
                      <a:pt x="22" y="20"/>
                      <a:pt x="23" y="20"/>
                      <a:pt x="24" y="20"/>
                    </a:cubicBezTo>
                    <a:cubicBezTo>
                      <a:pt x="26" y="20"/>
                      <a:pt x="27" y="19"/>
                      <a:pt x="28" y="18"/>
                    </a:cubicBezTo>
                    <a:cubicBezTo>
                      <a:pt x="30" y="15"/>
                      <a:pt x="33" y="11"/>
                      <a:pt x="35" y="8"/>
                    </a:cubicBezTo>
                    <a:cubicBezTo>
                      <a:pt x="38" y="4"/>
                      <a:pt x="41" y="0"/>
                      <a:pt x="46" y="1"/>
                    </a:cubicBezTo>
                    <a:cubicBezTo>
                      <a:pt x="48" y="2"/>
                      <a:pt x="50" y="3"/>
                      <a:pt x="52" y="5"/>
                    </a:cubicBezTo>
                    <a:cubicBezTo>
                      <a:pt x="62" y="17"/>
                      <a:pt x="74" y="30"/>
                      <a:pt x="73" y="46"/>
                    </a:cubicBezTo>
                    <a:cubicBezTo>
                      <a:pt x="73" y="60"/>
                      <a:pt x="64" y="72"/>
                      <a:pt x="55" y="83"/>
                    </a:cubicBezTo>
                    <a:cubicBezTo>
                      <a:pt x="53" y="85"/>
                      <a:pt x="51" y="88"/>
                      <a:pt x="48" y="88"/>
                    </a:cubicBezTo>
                    <a:cubicBezTo>
                      <a:pt x="46" y="88"/>
                      <a:pt x="43" y="86"/>
                      <a:pt x="42" y="85"/>
                    </a:cubicBezTo>
                    <a:cubicBezTo>
                      <a:pt x="36" y="81"/>
                      <a:pt x="31" y="77"/>
                      <a:pt x="26" y="73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7" name="Google Shape;157;p2">
                <a:extLst>
                  <a:ext uri="{FF2B5EF4-FFF2-40B4-BE49-F238E27FC236}">
                    <a16:creationId xmlns:a16="http://schemas.microsoft.com/office/drawing/2014/main" id="{22ADD940-5D0A-7305-A928-E415DC01AA8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70250" y="4292601"/>
                <a:ext cx="92075" cy="247650"/>
              </a:xfrm>
              <a:custGeom>
                <a:avLst/>
                <a:gdLst/>
                <a:ahLst/>
                <a:cxnLst/>
                <a:rect l="l" t="t" r="r" b="b"/>
                <a:pathLst>
                  <a:path w="34" h="91" extrusionOk="0">
                    <a:moveTo>
                      <a:pt x="27" y="86"/>
                    </a:moveTo>
                    <a:cubicBezTo>
                      <a:pt x="4" y="62"/>
                      <a:pt x="6" y="27"/>
                      <a:pt x="32" y="5"/>
                    </a:cubicBezTo>
                    <a:cubicBezTo>
                      <a:pt x="34" y="4"/>
                      <a:pt x="31" y="0"/>
                      <a:pt x="29" y="2"/>
                    </a:cubicBezTo>
                    <a:cubicBezTo>
                      <a:pt x="1" y="25"/>
                      <a:pt x="0" y="63"/>
                      <a:pt x="24" y="89"/>
                    </a:cubicBezTo>
                    <a:cubicBezTo>
                      <a:pt x="26" y="91"/>
                      <a:pt x="29" y="88"/>
                      <a:pt x="27" y="8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8" name="Google Shape;158;p2">
                <a:extLst>
                  <a:ext uri="{FF2B5EF4-FFF2-40B4-BE49-F238E27FC236}">
                    <a16:creationId xmlns:a16="http://schemas.microsoft.com/office/drawing/2014/main" id="{B311F96F-C211-FBD9-36FB-18E1C8D6421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33750" y="4289426"/>
                <a:ext cx="122237" cy="257175"/>
              </a:xfrm>
              <a:custGeom>
                <a:avLst/>
                <a:gdLst/>
                <a:ahLst/>
                <a:cxnLst/>
                <a:rect l="l" t="t" r="r" b="b"/>
                <a:pathLst>
                  <a:path w="45" h="94" extrusionOk="0">
                    <a:moveTo>
                      <a:pt x="6" y="5"/>
                    </a:moveTo>
                    <a:cubicBezTo>
                      <a:pt x="32" y="28"/>
                      <a:pt x="41" y="72"/>
                      <a:pt x="2" y="88"/>
                    </a:cubicBezTo>
                    <a:cubicBezTo>
                      <a:pt x="0" y="89"/>
                      <a:pt x="1" y="94"/>
                      <a:pt x="3" y="92"/>
                    </a:cubicBezTo>
                    <a:cubicBezTo>
                      <a:pt x="45" y="75"/>
                      <a:pt x="38" y="28"/>
                      <a:pt x="9" y="2"/>
                    </a:cubicBezTo>
                    <a:cubicBezTo>
                      <a:pt x="7" y="0"/>
                      <a:pt x="4" y="3"/>
                      <a:pt x="6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9" name="Google Shape;159;p2">
                <a:extLst>
                  <a:ext uri="{FF2B5EF4-FFF2-40B4-BE49-F238E27FC236}">
                    <a16:creationId xmlns:a16="http://schemas.microsoft.com/office/drawing/2014/main" id="{745A7C11-652D-483F-BC50-8D3F30CD5C4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27388" y="4300538"/>
                <a:ext cx="106362" cy="220663"/>
              </a:xfrm>
              <a:custGeom>
                <a:avLst/>
                <a:gdLst/>
                <a:ahLst/>
                <a:cxnLst/>
                <a:rect l="l" t="t" r="r" b="b"/>
                <a:pathLst>
                  <a:path w="39" h="81" extrusionOk="0">
                    <a:moveTo>
                      <a:pt x="36" y="76"/>
                    </a:moveTo>
                    <a:cubicBezTo>
                      <a:pt x="21" y="70"/>
                      <a:pt x="13" y="54"/>
                      <a:pt x="8" y="39"/>
                    </a:cubicBezTo>
                    <a:cubicBezTo>
                      <a:pt x="5" y="29"/>
                      <a:pt x="5" y="19"/>
                      <a:pt x="4" y="9"/>
                    </a:cubicBezTo>
                    <a:cubicBezTo>
                      <a:pt x="4" y="0"/>
                      <a:pt x="27" y="19"/>
                      <a:pt x="28" y="21"/>
                    </a:cubicBezTo>
                    <a:cubicBezTo>
                      <a:pt x="30" y="23"/>
                      <a:pt x="33" y="20"/>
                      <a:pt x="31" y="17"/>
                    </a:cubicBezTo>
                    <a:cubicBezTo>
                      <a:pt x="23" y="9"/>
                      <a:pt x="14" y="4"/>
                      <a:pt x="3" y="1"/>
                    </a:cubicBezTo>
                    <a:cubicBezTo>
                      <a:pt x="1" y="1"/>
                      <a:pt x="0" y="2"/>
                      <a:pt x="0" y="3"/>
                    </a:cubicBezTo>
                    <a:cubicBezTo>
                      <a:pt x="0" y="31"/>
                      <a:pt x="6" y="68"/>
                      <a:pt x="34" y="80"/>
                    </a:cubicBezTo>
                    <a:cubicBezTo>
                      <a:pt x="37" y="81"/>
                      <a:pt x="39" y="77"/>
                      <a:pt x="36" y="7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0" name="Google Shape;160;p2">
                <a:extLst>
                  <a:ext uri="{FF2B5EF4-FFF2-40B4-BE49-F238E27FC236}">
                    <a16:creationId xmlns:a16="http://schemas.microsoft.com/office/drawing/2014/main" id="{F7E9D733-25B7-7D83-76C8-1F397261F15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57550" y="4357688"/>
                <a:ext cx="39687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15" h="25" extrusionOk="0">
                    <a:moveTo>
                      <a:pt x="1" y="2"/>
                    </a:moveTo>
                    <a:cubicBezTo>
                      <a:pt x="4" y="10"/>
                      <a:pt x="7" y="17"/>
                      <a:pt x="12" y="24"/>
                    </a:cubicBezTo>
                    <a:cubicBezTo>
                      <a:pt x="13" y="25"/>
                      <a:pt x="15" y="24"/>
                      <a:pt x="14" y="23"/>
                    </a:cubicBezTo>
                    <a:cubicBezTo>
                      <a:pt x="10" y="16"/>
                      <a:pt x="6" y="9"/>
                      <a:pt x="3" y="1"/>
                    </a:cubicBezTo>
                    <a:cubicBezTo>
                      <a:pt x="3" y="0"/>
                      <a:pt x="0" y="0"/>
                      <a:pt x="1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1" name="Google Shape;161;p2">
                <a:extLst>
                  <a:ext uri="{FF2B5EF4-FFF2-40B4-BE49-F238E27FC236}">
                    <a16:creationId xmlns:a16="http://schemas.microsoft.com/office/drawing/2014/main" id="{44B67308-F557-C58B-0D58-DF8FD0BA3A6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38513" y="4346576"/>
                <a:ext cx="15875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6" h="70" extrusionOk="0">
                    <a:moveTo>
                      <a:pt x="3" y="1"/>
                    </a:moveTo>
                    <a:cubicBezTo>
                      <a:pt x="3" y="23"/>
                      <a:pt x="0" y="46"/>
                      <a:pt x="1" y="68"/>
                    </a:cubicBezTo>
                    <a:cubicBezTo>
                      <a:pt x="1" y="70"/>
                      <a:pt x="4" y="70"/>
                      <a:pt x="4" y="68"/>
                    </a:cubicBezTo>
                    <a:cubicBezTo>
                      <a:pt x="3" y="46"/>
                      <a:pt x="5" y="23"/>
                      <a:pt x="6" y="1"/>
                    </a:cubicBezTo>
                    <a:cubicBezTo>
                      <a:pt x="6" y="0"/>
                      <a:pt x="3" y="0"/>
                      <a:pt x="3" y="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2" name="Google Shape;162;p2">
                <a:extLst>
                  <a:ext uri="{FF2B5EF4-FFF2-40B4-BE49-F238E27FC236}">
                    <a16:creationId xmlns:a16="http://schemas.microsoft.com/office/drawing/2014/main" id="{156189AE-CB79-24E0-A04F-AA4BDB389256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11525" y="4383088"/>
                <a:ext cx="42862" cy="46038"/>
              </a:xfrm>
              <a:custGeom>
                <a:avLst/>
                <a:gdLst/>
                <a:ahLst/>
                <a:cxnLst/>
                <a:rect l="l" t="t" r="r" b="b"/>
                <a:pathLst>
                  <a:path w="16" h="17" extrusionOk="0">
                    <a:moveTo>
                      <a:pt x="1" y="3"/>
                    </a:moveTo>
                    <a:cubicBezTo>
                      <a:pt x="5" y="7"/>
                      <a:pt x="9" y="12"/>
                      <a:pt x="13" y="16"/>
                    </a:cubicBezTo>
                    <a:cubicBezTo>
                      <a:pt x="14" y="17"/>
                      <a:pt x="16" y="15"/>
                      <a:pt x="14" y="14"/>
                    </a:cubicBezTo>
                    <a:cubicBezTo>
                      <a:pt x="11" y="10"/>
                      <a:pt x="7" y="6"/>
                      <a:pt x="3" y="2"/>
                    </a:cubicBezTo>
                    <a:cubicBezTo>
                      <a:pt x="1" y="0"/>
                      <a:pt x="0" y="2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3" name="Google Shape;163;p2">
                <a:extLst>
                  <a:ext uri="{FF2B5EF4-FFF2-40B4-BE49-F238E27FC236}">
                    <a16:creationId xmlns:a16="http://schemas.microsoft.com/office/drawing/2014/main" id="{2546A112-3166-FFA1-FA22-52F4C146147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43275" y="4391026"/>
                <a:ext cx="52387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19" h="13" extrusionOk="0">
                    <a:moveTo>
                      <a:pt x="3" y="12"/>
                    </a:moveTo>
                    <a:cubicBezTo>
                      <a:pt x="8" y="9"/>
                      <a:pt x="13" y="6"/>
                      <a:pt x="18" y="3"/>
                    </a:cubicBezTo>
                    <a:cubicBezTo>
                      <a:pt x="19" y="2"/>
                      <a:pt x="18" y="0"/>
                      <a:pt x="17" y="1"/>
                    </a:cubicBezTo>
                    <a:cubicBezTo>
                      <a:pt x="12" y="4"/>
                      <a:pt x="6" y="7"/>
                      <a:pt x="1" y="10"/>
                    </a:cubicBezTo>
                    <a:cubicBezTo>
                      <a:pt x="0" y="11"/>
                      <a:pt x="1" y="13"/>
                      <a:pt x="3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4" name="Google Shape;164;p2">
                <a:extLst>
                  <a:ext uri="{FF2B5EF4-FFF2-40B4-BE49-F238E27FC236}">
                    <a16:creationId xmlns:a16="http://schemas.microsoft.com/office/drawing/2014/main" id="{0A2664A1-8455-B2DD-682E-335D531CE39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11525" y="4449763"/>
                <a:ext cx="412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16" extrusionOk="0">
                    <a:moveTo>
                      <a:pt x="1" y="3"/>
                    </a:moveTo>
                    <a:cubicBezTo>
                      <a:pt x="5" y="7"/>
                      <a:pt x="8" y="11"/>
                      <a:pt x="12" y="15"/>
                    </a:cubicBezTo>
                    <a:cubicBezTo>
                      <a:pt x="13" y="16"/>
                      <a:pt x="15" y="14"/>
                      <a:pt x="14" y="13"/>
                    </a:cubicBezTo>
                    <a:cubicBezTo>
                      <a:pt x="10" y="9"/>
                      <a:pt x="7" y="5"/>
                      <a:pt x="3" y="1"/>
                    </a:cubicBezTo>
                    <a:cubicBezTo>
                      <a:pt x="2" y="0"/>
                      <a:pt x="0" y="2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5" name="Google Shape;165;p2">
                <a:extLst>
                  <a:ext uri="{FF2B5EF4-FFF2-40B4-BE49-F238E27FC236}">
                    <a16:creationId xmlns:a16="http://schemas.microsoft.com/office/drawing/2014/main" id="{9337336A-59CE-4FD8-C0B1-D2A00CBA1FD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41688" y="4452938"/>
                <a:ext cx="49212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18" h="15" extrusionOk="0">
                    <a:moveTo>
                      <a:pt x="3" y="14"/>
                    </a:moveTo>
                    <a:cubicBezTo>
                      <a:pt x="7" y="10"/>
                      <a:pt x="12" y="7"/>
                      <a:pt x="17" y="3"/>
                    </a:cubicBezTo>
                    <a:cubicBezTo>
                      <a:pt x="18" y="2"/>
                      <a:pt x="17" y="0"/>
                      <a:pt x="15" y="1"/>
                    </a:cubicBezTo>
                    <a:cubicBezTo>
                      <a:pt x="11" y="5"/>
                      <a:pt x="6" y="8"/>
                      <a:pt x="1" y="11"/>
                    </a:cubicBezTo>
                    <a:cubicBezTo>
                      <a:pt x="0" y="12"/>
                      <a:pt x="1" y="15"/>
                      <a:pt x="3" y="1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</p:grpSp>
      <p:grpSp>
        <p:nvGrpSpPr>
          <p:cNvPr id="10" name="그룹 9">
            <a:extLst>
              <a:ext uri="{FF2B5EF4-FFF2-40B4-BE49-F238E27FC236}">
                <a16:creationId xmlns:a16="http://schemas.microsoft.com/office/drawing/2014/main" id="{60B7A35F-4461-49C3-5F0F-D6E036B37ED8}"/>
              </a:ext>
            </a:extLst>
          </p:cNvPr>
          <p:cNvGrpSpPr/>
          <p:nvPr/>
        </p:nvGrpSpPr>
        <p:grpSpPr>
          <a:xfrm>
            <a:off x="229924" y="10140480"/>
            <a:ext cx="7146829" cy="323165"/>
            <a:chOff x="194988" y="9900789"/>
            <a:chExt cx="7146829" cy="323165"/>
          </a:xfrm>
        </p:grpSpPr>
        <p:sp>
          <p:nvSpPr>
            <p:cNvPr id="19" name="Google Shape;19;p2">
              <a:extLst>
                <a:ext uri="{FF2B5EF4-FFF2-40B4-BE49-F238E27FC236}">
                  <a16:creationId xmlns:a16="http://schemas.microsoft.com/office/drawing/2014/main" id="{F2850D80-8400-BCED-E007-95FE5EAB099F}"/>
                </a:ext>
              </a:extLst>
            </p:cNvPr>
            <p:cNvSpPr/>
            <p:nvPr/>
          </p:nvSpPr>
          <p:spPr>
            <a:xfrm>
              <a:off x="194988" y="9900789"/>
              <a:ext cx="6120050" cy="323165"/>
            </a:xfrm>
            <a:custGeom>
              <a:avLst/>
              <a:gdLst/>
              <a:ahLst/>
              <a:cxnLst/>
              <a:rect l="l" t="t" r="r" b="b"/>
              <a:pathLst>
                <a:path w="21600" h="1200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94640"/>
                </a:buClr>
                <a:buSzPts val="800"/>
                <a:buFont typeface="Arial"/>
                <a:buNone/>
              </a:pPr>
              <a:r>
                <a:rPr lang="en-US" sz="700" u="none" strike="noStrike" cap="none" dirty="0" smtClean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  <a:sym typeface="Arial"/>
                </a:rPr>
                <a:t>&lt;</a:t>
              </a:r>
              <a:r>
                <a:rPr lang="ko-KR" altLang="en-US" sz="700" u="none" strike="noStrike" cap="none" dirty="0" smtClean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  <a:sym typeface="Arial"/>
                </a:rPr>
                <a:t>알레르기 표시 안내</a:t>
              </a:r>
              <a:r>
                <a:rPr lang="en-US" altLang="ko-KR" sz="700" dirty="0" smtClean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&gt;</a:t>
              </a:r>
            </a:p>
            <a:p>
              <a:pPr lvl="0">
                <a:buClr>
                  <a:srgbClr val="494640"/>
                </a:buClr>
                <a:buSzPts val="800"/>
              </a:pP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①난류 ②우유 ③메밀 ④땅콩 ⑤대두 ⑥밀 ⑦고등어 ⑧게 ⑨새우 ⑩돼지고기 ⑪복숭아 ⑫토마토 ⑬</a:t>
              </a:r>
              <a:r>
                <a:rPr lang="ko-KR" altLang="en-US" sz="700" dirty="0" err="1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아황산류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⑭호두 ⑮닭고기 ⑯쇠고기 ⑰오징어 ⑱조개류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(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굴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,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전복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,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홍합 포함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) ⑲</a:t>
              </a:r>
              <a:r>
                <a:rPr lang="ko-KR" altLang="en-US" sz="700" dirty="0" smtClean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잣</a:t>
              </a:r>
              <a:endParaRPr lang="en-US" altLang="ko-KR" sz="700" dirty="0" smtClean="0">
                <a:solidFill>
                  <a:srgbClr val="FF33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endParaRPr>
            </a:p>
            <a:p>
              <a:pPr lvl="0">
                <a:buClr>
                  <a:srgbClr val="494640"/>
                </a:buClr>
                <a:buSzPts val="800"/>
              </a:pPr>
              <a:r>
                <a:rPr lang="ko-KR" altLang="en-US" sz="700" dirty="0" smtClean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*</a:t>
              </a:r>
              <a:r>
                <a:rPr lang="ko-KR" altLang="en-US" sz="700" dirty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위 식단은 </a:t>
              </a:r>
              <a:r>
                <a:rPr lang="ko-KR" altLang="en-US" sz="700" dirty="0" err="1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식품수급에</a:t>
              </a:r>
              <a:r>
                <a:rPr lang="ko-KR" altLang="en-US" sz="700" dirty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따라 변경될 수 있습니다</a:t>
              </a:r>
              <a:r>
                <a:rPr lang="en-US" altLang="ko-KR" sz="700" dirty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.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I </a:t>
              </a:r>
              <a:r>
                <a:rPr lang="en-US" altLang="ko-KR" sz="700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kizmeal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</a:t>
              </a:r>
              <a:r>
                <a:rPr lang="en-US" altLang="ko-KR" sz="7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OOO</a:t>
              </a:r>
              <a:r>
                <a:rPr lang="ko-KR" altLang="en-US" sz="7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</a:t>
              </a:r>
              <a:r>
                <a:rPr lang="ko-KR" altLang="en-US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영양사 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I </a:t>
              </a:r>
              <a:r>
                <a:rPr lang="en-US" altLang="ko-KR" sz="7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OOOOOOO@kizmeal.com 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I </a:t>
              </a:r>
              <a:r>
                <a:rPr lang="en-US" altLang="ko-KR" sz="7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www.kizmeal.com</a:t>
              </a:r>
              <a:endParaRPr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endParaRPr>
            </a:p>
          </p:txBody>
        </p:sp>
        <p:pic>
          <p:nvPicPr>
            <p:cNvPr id="8" name="그래픽 118">
              <a:extLst>
                <a:ext uri="{FF2B5EF4-FFF2-40B4-BE49-F238E27FC236}">
                  <a16:creationId xmlns:a16="http://schemas.microsoft.com/office/drawing/2014/main" id="{1D157731-307A-FF75-5D5D-5D7937AB1CF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299259" y="9900789"/>
              <a:ext cx="1042558" cy="2408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3" name="그룹 2">
            <a:extLst>
              <a:ext uri="{FF2B5EF4-FFF2-40B4-BE49-F238E27FC236}">
                <a16:creationId xmlns:a16="http://schemas.microsoft.com/office/drawing/2014/main" id="{EA9FAA8D-392A-F683-23E8-3D3DF97AE526}"/>
              </a:ext>
            </a:extLst>
          </p:cNvPr>
          <p:cNvGrpSpPr/>
          <p:nvPr/>
        </p:nvGrpSpPr>
        <p:grpSpPr>
          <a:xfrm>
            <a:off x="637929" y="854683"/>
            <a:ext cx="6711703" cy="298397"/>
            <a:chOff x="618004" y="854683"/>
            <a:chExt cx="6711703" cy="298397"/>
          </a:xfrm>
        </p:grpSpPr>
        <p:sp>
          <p:nvSpPr>
            <p:cNvPr id="6" name="Google Shape;25;p2">
              <a:extLst>
                <a:ext uri="{FF2B5EF4-FFF2-40B4-BE49-F238E27FC236}">
                  <a16:creationId xmlns:a16="http://schemas.microsoft.com/office/drawing/2014/main" id="{FB483C0B-1365-7A2B-40A0-B2729DDC9263}"/>
                </a:ext>
              </a:extLst>
            </p:cNvPr>
            <p:cNvSpPr/>
            <p:nvPr/>
          </p:nvSpPr>
          <p:spPr>
            <a:xfrm>
              <a:off x="5994362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48826D"/>
                </a:gs>
                <a:gs pos="80000">
                  <a:srgbClr val="48826D"/>
                </a:gs>
                <a:gs pos="100000">
                  <a:srgbClr val="30554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7" name="Google Shape;25;p2">
              <a:extLst>
                <a:ext uri="{FF2B5EF4-FFF2-40B4-BE49-F238E27FC236}">
                  <a16:creationId xmlns:a16="http://schemas.microsoft.com/office/drawing/2014/main" id="{8B83643B-338C-C6F8-4E90-A8EF04B219B0}"/>
                </a:ext>
              </a:extLst>
            </p:cNvPr>
            <p:cNvSpPr/>
            <p:nvPr/>
          </p:nvSpPr>
          <p:spPr>
            <a:xfrm>
              <a:off x="4653141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84B29C"/>
                </a:gs>
                <a:gs pos="80000">
                  <a:srgbClr val="84B29C"/>
                </a:gs>
                <a:gs pos="100000">
                  <a:srgbClr val="568D77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2" name="Google Shape;25;p2">
              <a:extLst>
                <a:ext uri="{FF2B5EF4-FFF2-40B4-BE49-F238E27FC236}">
                  <a16:creationId xmlns:a16="http://schemas.microsoft.com/office/drawing/2014/main" id="{08DF9732-B797-2F3C-5AD7-A7ACC9B90A21}"/>
                </a:ext>
              </a:extLst>
            </p:cNvPr>
            <p:cNvSpPr/>
            <p:nvPr/>
          </p:nvSpPr>
          <p:spPr>
            <a:xfrm>
              <a:off x="3308260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48826D"/>
                </a:gs>
                <a:gs pos="80000">
                  <a:srgbClr val="48826D"/>
                </a:gs>
                <a:gs pos="100000">
                  <a:srgbClr val="30554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3" name="Google Shape;25;p2">
              <a:extLst>
                <a:ext uri="{FF2B5EF4-FFF2-40B4-BE49-F238E27FC236}">
                  <a16:creationId xmlns:a16="http://schemas.microsoft.com/office/drawing/2014/main" id="{46A0EF80-F0B5-B293-7945-D8B6F0F2F459}"/>
                </a:ext>
              </a:extLst>
            </p:cNvPr>
            <p:cNvSpPr/>
            <p:nvPr/>
          </p:nvSpPr>
          <p:spPr>
            <a:xfrm>
              <a:off x="1967039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84B29C"/>
                </a:gs>
                <a:gs pos="80000">
                  <a:srgbClr val="84B29C"/>
                </a:gs>
                <a:gs pos="100000">
                  <a:srgbClr val="568D77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4" name="Google Shape;25;p2">
              <a:extLst>
                <a:ext uri="{FF2B5EF4-FFF2-40B4-BE49-F238E27FC236}">
                  <a16:creationId xmlns:a16="http://schemas.microsoft.com/office/drawing/2014/main" id="{1E0C0E49-3149-E717-A359-E63939DA0488}"/>
                </a:ext>
              </a:extLst>
            </p:cNvPr>
            <p:cNvSpPr/>
            <p:nvPr/>
          </p:nvSpPr>
          <p:spPr>
            <a:xfrm>
              <a:off x="618004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48826D"/>
                </a:gs>
                <a:gs pos="80000">
                  <a:srgbClr val="48826D"/>
                </a:gs>
                <a:gs pos="100000">
                  <a:srgbClr val="30554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5" name="Google Shape;26;p2">
              <a:extLst>
                <a:ext uri="{FF2B5EF4-FFF2-40B4-BE49-F238E27FC236}">
                  <a16:creationId xmlns:a16="http://schemas.microsoft.com/office/drawing/2014/main" id="{8E5E21AA-E209-F89C-5C13-CC2C300988DF}"/>
                </a:ext>
              </a:extLst>
            </p:cNvPr>
            <p:cNvSpPr txBox="1"/>
            <p:nvPr/>
          </p:nvSpPr>
          <p:spPr>
            <a:xfrm>
              <a:off x="619598" y="937850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MONDAY</a:t>
              </a:r>
              <a:r>
                <a:rPr lang="en-US" sz="1000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월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6" name="Google Shape;29;p2">
              <a:extLst>
                <a:ext uri="{FF2B5EF4-FFF2-40B4-BE49-F238E27FC236}">
                  <a16:creationId xmlns:a16="http://schemas.microsoft.com/office/drawing/2014/main" id="{D1267E4B-B66F-1819-0F48-FA5652DE33ED}"/>
                </a:ext>
              </a:extLst>
            </p:cNvPr>
            <p:cNvSpPr txBox="1"/>
            <p:nvPr/>
          </p:nvSpPr>
          <p:spPr>
            <a:xfrm>
              <a:off x="1962574" y="943793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TUESDAY</a:t>
              </a:r>
              <a:r>
                <a:rPr lang="en-US" sz="1000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화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8" name="Google Shape;32;p2">
              <a:extLst>
                <a:ext uri="{FF2B5EF4-FFF2-40B4-BE49-F238E27FC236}">
                  <a16:creationId xmlns:a16="http://schemas.microsoft.com/office/drawing/2014/main" id="{EB6B79E6-643B-C59A-19DA-2381717F94C5}"/>
                </a:ext>
              </a:extLst>
            </p:cNvPr>
            <p:cNvSpPr txBox="1"/>
            <p:nvPr/>
          </p:nvSpPr>
          <p:spPr>
            <a:xfrm>
              <a:off x="3312267" y="931916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WEDNESDAY</a:t>
              </a:r>
              <a:r>
                <a:rPr lang="en-US" sz="1000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수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20" name="Google Shape;35;p2">
              <a:extLst>
                <a:ext uri="{FF2B5EF4-FFF2-40B4-BE49-F238E27FC236}">
                  <a16:creationId xmlns:a16="http://schemas.microsoft.com/office/drawing/2014/main" id="{87EE6E11-97E5-8DC8-3595-F4B2DA26503B}"/>
                </a:ext>
              </a:extLst>
            </p:cNvPr>
            <p:cNvSpPr txBox="1"/>
            <p:nvPr/>
          </p:nvSpPr>
          <p:spPr>
            <a:xfrm>
              <a:off x="6003772" y="933691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FRIDAY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금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23" name="Google Shape;63;p2">
              <a:extLst>
                <a:ext uri="{FF2B5EF4-FFF2-40B4-BE49-F238E27FC236}">
                  <a16:creationId xmlns:a16="http://schemas.microsoft.com/office/drawing/2014/main" id="{9FCD7BE1-32CE-14AF-63FD-25AEFBB4CB7B}"/>
                </a:ext>
              </a:extLst>
            </p:cNvPr>
            <p:cNvSpPr txBox="1"/>
            <p:nvPr/>
          </p:nvSpPr>
          <p:spPr>
            <a:xfrm>
              <a:off x="4664146" y="930098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THURSDAY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목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</p:grpSp>
      <p:sp>
        <p:nvSpPr>
          <p:cNvPr id="166" name="Google Shape;59;p2">
            <a:extLst>
              <a:ext uri="{FF2B5EF4-FFF2-40B4-BE49-F238E27FC236}">
                <a16:creationId xmlns:a16="http://schemas.microsoft.com/office/drawing/2014/main" id="{DF8F4FD9-F4AD-F7F7-0936-3BD31264363A}"/>
              </a:ext>
            </a:extLst>
          </p:cNvPr>
          <p:cNvSpPr txBox="1"/>
          <p:nvPr/>
        </p:nvSpPr>
        <p:spPr>
          <a:xfrm>
            <a:off x="4674794" y="8317232"/>
            <a:ext cx="268535" cy="2307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8E72"/>
              </a:buClr>
              <a:buSzPts val="1000"/>
              <a:buFont typeface="Arial"/>
              <a:buNone/>
            </a:pPr>
            <a:r>
              <a:rPr lang="en-US" sz="900" b="1" dirty="0" smtClean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28</a:t>
            </a:r>
            <a:endParaRPr sz="900" b="1" u="none" strike="noStrike" cap="none" dirty="0">
              <a:solidFill>
                <a:srgbClr val="84B29C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  <a:sym typeface="Arial"/>
            </a:endParaRP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8053" y="1295376"/>
            <a:ext cx="643770" cy="807807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585078" y="1271991"/>
            <a:ext cx="3394738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buClr>
                <a:schemeClr val="dk1"/>
              </a:buClr>
              <a:buSzPts val="900"/>
            </a:pPr>
            <a:r>
              <a:rPr lang="ko-KR" altLang="en-US" sz="1000" b="1" dirty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원산지 표기</a:t>
            </a: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쌀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친환경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현미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흑미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찹쌀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친환경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소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육우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돼지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닭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오리고기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</a:t>
            </a:r>
            <a:r>
              <a:rPr lang="ko-KR" altLang="en-US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무항생제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순두부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두부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콩비지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콩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-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배추김치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배추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-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고춧가루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-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삼치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아귀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오징어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고등어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꽃게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패류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새우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베트남산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명태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러시아산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참치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원양산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가다랑어포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인도네시아산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</a:t>
            </a:r>
            <a:endParaRPr lang="en-US" altLang="ko-KR" sz="800" dirty="0">
              <a:solidFill>
                <a:schemeClr val="tx1">
                  <a:lumMod val="65000"/>
                  <a:lumOff val="35000"/>
                </a:schemeClr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59009" y="2147853"/>
            <a:ext cx="389670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buClr>
                <a:schemeClr val="dk1"/>
              </a:buClr>
              <a:buSzPts val="900"/>
            </a:pP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* 원재료 </a:t>
            </a:r>
            <a:r>
              <a:rPr lang="ko-KR" altLang="en-US" sz="800" dirty="0" err="1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표시안내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*</a:t>
            </a: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햄</a:t>
            </a:r>
            <a:r>
              <a:rPr lang="en-US" altLang="ko-KR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/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소시지</a:t>
            </a:r>
            <a:r>
              <a:rPr lang="en-US" altLang="ko-KR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(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국내산 </a:t>
            </a:r>
            <a:r>
              <a:rPr lang="ko-KR" altLang="en-US" sz="800" dirty="0" err="1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무항생제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altLang="ko-KR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5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無 또는 </a:t>
            </a:r>
            <a:r>
              <a:rPr lang="en-US" altLang="ko-KR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7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無</a:t>
            </a:r>
            <a:r>
              <a:rPr lang="en-US" altLang="ko-KR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), </a:t>
            </a:r>
            <a:r>
              <a:rPr lang="ko-KR" altLang="en-US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달걀</a:t>
            </a:r>
            <a:r>
              <a:rPr lang="en-US" altLang="ko-KR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(</a:t>
            </a:r>
            <a:r>
              <a:rPr lang="ko-KR" altLang="en-US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국내산 동물복지 유정란 또는 </a:t>
            </a:r>
            <a:r>
              <a:rPr lang="ko-KR" altLang="en-US" sz="800" dirty="0" err="1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무항생제란</a:t>
            </a:r>
            <a:r>
              <a:rPr lang="en-US" altLang="ko-KR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)</a:t>
            </a:r>
          </a:p>
          <a:p>
            <a:pPr lvl="0">
              <a:buClr>
                <a:schemeClr val="dk1"/>
              </a:buClr>
              <a:buSzPts val="900"/>
            </a:pPr>
            <a:endParaRPr lang="en-US" altLang="ko-KR" sz="800" dirty="0">
              <a:solidFill>
                <a:srgbClr val="339966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800" dirty="0" err="1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키즈밀은</a:t>
            </a:r>
            <a:r>
              <a:rPr lang="ko-KR" altLang="en-US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  <a:r>
              <a:rPr lang="ko-KR" altLang="en-US" sz="800" dirty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엄선된 친환경 및 국내산 식자재를 선별</a:t>
            </a:r>
            <a:r>
              <a:rPr lang="ko-KR" altLang="en-US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하여 사용하고</a:t>
            </a:r>
            <a:r>
              <a:rPr lang="en-US" altLang="ko-KR" sz="8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화학첨가물이 들어있는 </a:t>
            </a:r>
            <a:r>
              <a:rPr lang="ko-KR" altLang="en-US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가공식품은 최대한 </a:t>
            </a:r>
            <a:r>
              <a:rPr lang="ko-KR" altLang="en-US" sz="8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배제하여</a:t>
            </a:r>
            <a:r>
              <a:rPr lang="en-US" altLang="ko-KR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  <a:r>
              <a:rPr lang="ko-KR" altLang="en-US" sz="8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올바른 </a:t>
            </a:r>
            <a:r>
              <a:rPr lang="ko-KR" altLang="en-US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식습관 확립 및 균형 잡힌 </a:t>
            </a:r>
            <a:r>
              <a:rPr lang="ko-KR" altLang="en-US" sz="8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영양을 제공합니다</a:t>
            </a:r>
            <a:r>
              <a:rPr lang="en-US" altLang="ko-KR" sz="8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.</a:t>
            </a:r>
            <a:endParaRPr lang="ko-KR" altLang="en-US" sz="800" dirty="0">
              <a:solidFill>
                <a:srgbClr val="146152"/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94988" y="424009"/>
            <a:ext cx="11734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5</a:t>
            </a:r>
            <a:r>
              <a:rPr lang="ko-KR" altLang="en-US" sz="1000" dirty="0" smtClean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월 추천 식자재</a:t>
            </a:r>
            <a:endParaRPr lang="en-US" altLang="ko-KR" sz="1000" dirty="0" smtClean="0">
              <a:solidFill>
                <a:srgbClr val="146152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r>
              <a:rPr lang="ko-KR" altLang="en-US" sz="800" dirty="0" err="1" smtClean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마늘쫑</a:t>
            </a:r>
            <a:r>
              <a:rPr lang="ko-KR" altLang="en-US" sz="800" dirty="0" smtClean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altLang="ko-KR" sz="800" dirty="0" smtClean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/ </a:t>
            </a:r>
            <a:r>
              <a:rPr lang="ko-KR" altLang="en-US" sz="800" dirty="0" smtClean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매실</a:t>
            </a:r>
            <a:endParaRPr lang="ko-KR" altLang="en-US" sz="800" dirty="0">
              <a:solidFill>
                <a:srgbClr val="146152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167" name="Google Shape;59;p2">
            <a:extLst>
              <a:ext uri="{FF2B5EF4-FFF2-40B4-BE49-F238E27FC236}">
                <a16:creationId xmlns:a16="http://schemas.microsoft.com/office/drawing/2014/main" id="{DF8F4FD9-F4AD-F7F7-0936-3BD31264363A}"/>
              </a:ext>
            </a:extLst>
          </p:cNvPr>
          <p:cNvSpPr txBox="1"/>
          <p:nvPr/>
        </p:nvSpPr>
        <p:spPr>
          <a:xfrm>
            <a:off x="6037101" y="8317232"/>
            <a:ext cx="268535" cy="2307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8E72"/>
              </a:buClr>
              <a:buSzPts val="1000"/>
              <a:buFont typeface="Arial"/>
              <a:buNone/>
            </a:pPr>
            <a:r>
              <a:rPr lang="en-US" sz="900" b="1" dirty="0" smtClean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29</a:t>
            </a:r>
            <a:endParaRPr sz="900" b="1" u="none" strike="noStrike" cap="none" dirty="0">
              <a:solidFill>
                <a:srgbClr val="84B29C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  <a:sym typeface="Arial"/>
            </a:endParaRPr>
          </a:p>
        </p:txBody>
      </p:sp>
      <p:pic>
        <p:nvPicPr>
          <p:cNvPr id="31" name="그림 30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7928" y="8334374"/>
            <a:ext cx="1327530" cy="1645285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747990" y="8858453"/>
            <a:ext cx="11074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dirty="0" smtClean="0">
                <a:solidFill>
                  <a:srgbClr val="216A5B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부처님 오신 날</a:t>
            </a:r>
            <a:endParaRPr lang="en-US" altLang="ko-KR" sz="1000" dirty="0" smtClean="0">
              <a:solidFill>
                <a:srgbClr val="216A5B"/>
              </a:solidFill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  <a:p>
            <a:pPr algn="ctr"/>
            <a:r>
              <a:rPr lang="en-US" altLang="ko-KR" sz="800" dirty="0" smtClean="0">
                <a:solidFill>
                  <a:srgbClr val="216A5B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*</a:t>
            </a:r>
            <a:r>
              <a:rPr lang="ko-KR" altLang="en-US" sz="800" dirty="0" err="1" smtClean="0">
                <a:solidFill>
                  <a:srgbClr val="216A5B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대체공휴일</a:t>
            </a:r>
            <a:r>
              <a:rPr lang="en-US" altLang="ko-KR" sz="800" dirty="0" smtClean="0">
                <a:solidFill>
                  <a:srgbClr val="216A5B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*</a:t>
            </a:r>
            <a:endParaRPr lang="ko-KR" altLang="en-US" sz="800" dirty="0">
              <a:solidFill>
                <a:srgbClr val="216A5B"/>
              </a:solidFill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pic>
        <p:nvPicPr>
          <p:cNvPr id="29" name="그림 28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1238" y="160608"/>
            <a:ext cx="911049" cy="612731"/>
          </a:xfrm>
          <a:prstGeom prst="rect">
            <a:avLst/>
          </a:prstGeom>
        </p:spPr>
      </p:pic>
      <p:pic>
        <p:nvPicPr>
          <p:cNvPr id="170" name="그림 169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83436" y="2978012"/>
            <a:ext cx="1333173" cy="1751631"/>
          </a:xfrm>
          <a:prstGeom prst="rect">
            <a:avLst/>
          </a:prstGeom>
        </p:spPr>
      </p:pic>
      <p:sp>
        <p:nvSpPr>
          <p:cNvPr id="168" name="TextBox 167"/>
          <p:cNvSpPr txBox="1"/>
          <p:nvPr/>
        </p:nvSpPr>
        <p:spPr>
          <a:xfrm>
            <a:off x="2091763" y="3396692"/>
            <a:ext cx="110740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 smtClean="0">
                <a:solidFill>
                  <a:srgbClr val="216A5B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어린이날</a:t>
            </a:r>
            <a:endParaRPr lang="ko-KR" altLang="en-US" sz="1200" dirty="0">
              <a:solidFill>
                <a:srgbClr val="216A5B"/>
              </a:solidFill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grpSp>
        <p:nvGrpSpPr>
          <p:cNvPr id="36" name="Google Shape;36;p2">
            <a:extLst>
              <a:ext uri="{FF2B5EF4-FFF2-40B4-BE49-F238E27FC236}">
                <a16:creationId xmlns:a16="http://schemas.microsoft.com/office/drawing/2014/main" id="{351B882D-32A2-1AEA-E625-69A54A120CAE}"/>
              </a:ext>
            </a:extLst>
          </p:cNvPr>
          <p:cNvGrpSpPr/>
          <p:nvPr/>
        </p:nvGrpSpPr>
        <p:grpSpPr>
          <a:xfrm>
            <a:off x="637928" y="1173476"/>
            <a:ext cx="5677110" cy="7378634"/>
            <a:chOff x="618003" y="1157978"/>
            <a:chExt cx="5677110" cy="7378634"/>
          </a:xfrm>
        </p:grpSpPr>
        <p:sp>
          <p:nvSpPr>
            <p:cNvPr id="37" name="Google Shape;37;p2">
              <a:extLst>
                <a:ext uri="{FF2B5EF4-FFF2-40B4-BE49-F238E27FC236}">
                  <a16:creationId xmlns:a16="http://schemas.microsoft.com/office/drawing/2014/main" id="{2DA118F4-3362-50F0-23BA-73A82E35316D}"/>
                </a:ext>
              </a:extLst>
            </p:cNvPr>
            <p:cNvSpPr txBox="1"/>
            <p:nvPr/>
          </p:nvSpPr>
          <p:spPr>
            <a:xfrm>
              <a:off x="624113" y="1164507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1" name="Google Shape;41;p2">
              <a:extLst>
                <a:ext uri="{FF2B5EF4-FFF2-40B4-BE49-F238E27FC236}">
                  <a16:creationId xmlns:a16="http://schemas.microsoft.com/office/drawing/2014/main" id="{847E75D2-F0C6-914E-F677-BD558494F54F}"/>
                </a:ext>
              </a:extLst>
            </p:cNvPr>
            <p:cNvSpPr txBox="1"/>
            <p:nvPr/>
          </p:nvSpPr>
          <p:spPr>
            <a:xfrm>
              <a:off x="6016472" y="1157978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u="none" strike="noStrike" cap="none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01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2" name="Google Shape;42;p2">
              <a:extLst>
                <a:ext uri="{FF2B5EF4-FFF2-40B4-BE49-F238E27FC236}">
                  <a16:creationId xmlns:a16="http://schemas.microsoft.com/office/drawing/2014/main" id="{D3ABBF6A-4940-94AC-EF1F-9033FBD0DEC7}"/>
                </a:ext>
              </a:extLst>
            </p:cNvPr>
            <p:cNvSpPr txBox="1"/>
            <p:nvPr/>
          </p:nvSpPr>
          <p:spPr>
            <a:xfrm>
              <a:off x="634219" y="2973864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u="none" strike="noStrike" cap="none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04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3" name="Google Shape;43;p2">
              <a:extLst>
                <a:ext uri="{FF2B5EF4-FFF2-40B4-BE49-F238E27FC236}">
                  <a16:creationId xmlns:a16="http://schemas.microsoft.com/office/drawing/2014/main" id="{E0B52BA2-CFAD-85EB-60B7-D63D836CD77F}"/>
                </a:ext>
              </a:extLst>
            </p:cNvPr>
            <p:cNvSpPr txBox="1"/>
            <p:nvPr/>
          </p:nvSpPr>
          <p:spPr>
            <a:xfrm>
              <a:off x="1983608" y="2971503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u="none" strike="noStrike" cap="none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05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4" name="Google Shape;44;p2">
              <a:extLst>
                <a:ext uri="{FF2B5EF4-FFF2-40B4-BE49-F238E27FC236}">
                  <a16:creationId xmlns:a16="http://schemas.microsoft.com/office/drawing/2014/main" id="{F8634860-E6E7-55AD-F237-0F0581EA6E0F}"/>
                </a:ext>
              </a:extLst>
            </p:cNvPr>
            <p:cNvSpPr txBox="1"/>
            <p:nvPr/>
          </p:nvSpPr>
          <p:spPr>
            <a:xfrm>
              <a:off x="3323060" y="2969728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u="none" strike="noStrike" cap="none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06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5" name="Google Shape;45;p2">
              <a:extLst>
                <a:ext uri="{FF2B5EF4-FFF2-40B4-BE49-F238E27FC236}">
                  <a16:creationId xmlns:a16="http://schemas.microsoft.com/office/drawing/2014/main" id="{0E7BEB21-709C-7C25-CB25-6F398F3EFF9B}"/>
                </a:ext>
              </a:extLst>
            </p:cNvPr>
            <p:cNvSpPr txBox="1"/>
            <p:nvPr/>
          </p:nvSpPr>
          <p:spPr>
            <a:xfrm>
              <a:off x="4673874" y="2969727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07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6" name="Google Shape;46;p2">
              <a:extLst>
                <a:ext uri="{FF2B5EF4-FFF2-40B4-BE49-F238E27FC236}">
                  <a16:creationId xmlns:a16="http://schemas.microsoft.com/office/drawing/2014/main" id="{4457248D-19F3-64DE-EACB-8874389D5C2E}"/>
                </a:ext>
              </a:extLst>
            </p:cNvPr>
            <p:cNvSpPr txBox="1"/>
            <p:nvPr/>
          </p:nvSpPr>
          <p:spPr>
            <a:xfrm>
              <a:off x="6026578" y="2967335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08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7" name="Google Shape;47;p2">
              <a:extLst>
                <a:ext uri="{FF2B5EF4-FFF2-40B4-BE49-F238E27FC236}">
                  <a16:creationId xmlns:a16="http://schemas.microsoft.com/office/drawing/2014/main" id="{E8CC9484-49CF-1231-E7EA-18F0BC179853}"/>
                </a:ext>
              </a:extLst>
            </p:cNvPr>
            <p:cNvSpPr txBox="1"/>
            <p:nvPr/>
          </p:nvSpPr>
          <p:spPr>
            <a:xfrm>
              <a:off x="618003" y="4757281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u="none" strike="noStrike" cap="none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11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8" name="Google Shape;48;p2">
              <a:extLst>
                <a:ext uri="{FF2B5EF4-FFF2-40B4-BE49-F238E27FC236}">
                  <a16:creationId xmlns:a16="http://schemas.microsoft.com/office/drawing/2014/main" id="{1252665C-5F25-50F0-B4C6-0A3FB2D4A8AC}"/>
                </a:ext>
              </a:extLst>
            </p:cNvPr>
            <p:cNvSpPr txBox="1"/>
            <p:nvPr/>
          </p:nvSpPr>
          <p:spPr>
            <a:xfrm>
              <a:off x="1967392" y="4754920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12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9" name="Google Shape;49;p2">
              <a:extLst>
                <a:ext uri="{FF2B5EF4-FFF2-40B4-BE49-F238E27FC236}">
                  <a16:creationId xmlns:a16="http://schemas.microsoft.com/office/drawing/2014/main" id="{A1E8AA39-180F-7517-1D3D-A5AA2D784A86}"/>
                </a:ext>
              </a:extLst>
            </p:cNvPr>
            <p:cNvSpPr txBox="1"/>
            <p:nvPr/>
          </p:nvSpPr>
          <p:spPr>
            <a:xfrm>
              <a:off x="3306844" y="4753145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13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0" name="Google Shape;50;p2">
              <a:extLst>
                <a:ext uri="{FF2B5EF4-FFF2-40B4-BE49-F238E27FC236}">
                  <a16:creationId xmlns:a16="http://schemas.microsoft.com/office/drawing/2014/main" id="{3524CA58-FBEA-B15E-0BFE-596FB186918C}"/>
                </a:ext>
              </a:extLst>
            </p:cNvPr>
            <p:cNvSpPr txBox="1"/>
            <p:nvPr/>
          </p:nvSpPr>
          <p:spPr>
            <a:xfrm>
              <a:off x="4657658" y="4753144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14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1" name="Google Shape;51;p2">
              <a:extLst>
                <a:ext uri="{FF2B5EF4-FFF2-40B4-BE49-F238E27FC236}">
                  <a16:creationId xmlns:a16="http://schemas.microsoft.com/office/drawing/2014/main" id="{477F1C95-1A35-F4A5-CA63-B444EAD506E4}"/>
                </a:ext>
              </a:extLst>
            </p:cNvPr>
            <p:cNvSpPr txBox="1"/>
            <p:nvPr/>
          </p:nvSpPr>
          <p:spPr>
            <a:xfrm>
              <a:off x="6010362" y="4750752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15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2" name="Google Shape;52;p2">
              <a:extLst>
                <a:ext uri="{FF2B5EF4-FFF2-40B4-BE49-F238E27FC236}">
                  <a16:creationId xmlns:a16="http://schemas.microsoft.com/office/drawing/2014/main" id="{234CAFBB-4FB3-330B-EFA7-D94ED00DEAFC}"/>
                </a:ext>
              </a:extLst>
            </p:cNvPr>
            <p:cNvSpPr txBox="1"/>
            <p:nvPr/>
          </p:nvSpPr>
          <p:spPr>
            <a:xfrm>
              <a:off x="618003" y="6513909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18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3" name="Google Shape;53;p2">
              <a:extLst>
                <a:ext uri="{FF2B5EF4-FFF2-40B4-BE49-F238E27FC236}">
                  <a16:creationId xmlns:a16="http://schemas.microsoft.com/office/drawing/2014/main" id="{D62E2A19-8493-4418-9F24-377DE04E4822}"/>
                </a:ext>
              </a:extLst>
            </p:cNvPr>
            <p:cNvSpPr txBox="1"/>
            <p:nvPr/>
          </p:nvSpPr>
          <p:spPr>
            <a:xfrm>
              <a:off x="1967392" y="6511548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19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4" name="Google Shape;54;p2">
              <a:extLst>
                <a:ext uri="{FF2B5EF4-FFF2-40B4-BE49-F238E27FC236}">
                  <a16:creationId xmlns:a16="http://schemas.microsoft.com/office/drawing/2014/main" id="{18C5B212-DADC-1310-AA28-2342DBDA901B}"/>
                </a:ext>
              </a:extLst>
            </p:cNvPr>
            <p:cNvSpPr txBox="1"/>
            <p:nvPr/>
          </p:nvSpPr>
          <p:spPr>
            <a:xfrm>
              <a:off x="3306844" y="6509773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20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5" name="Google Shape;55;p2">
              <a:extLst>
                <a:ext uri="{FF2B5EF4-FFF2-40B4-BE49-F238E27FC236}">
                  <a16:creationId xmlns:a16="http://schemas.microsoft.com/office/drawing/2014/main" id="{5BA08C42-EBA3-18B6-FCA4-C19EBA1B2586}"/>
                </a:ext>
              </a:extLst>
            </p:cNvPr>
            <p:cNvSpPr txBox="1"/>
            <p:nvPr/>
          </p:nvSpPr>
          <p:spPr>
            <a:xfrm>
              <a:off x="4657658" y="6509772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21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6" name="Google Shape;56;p2">
              <a:extLst>
                <a:ext uri="{FF2B5EF4-FFF2-40B4-BE49-F238E27FC236}">
                  <a16:creationId xmlns:a16="http://schemas.microsoft.com/office/drawing/2014/main" id="{04217DA5-F11F-3188-DA5F-CB119DD79B30}"/>
                </a:ext>
              </a:extLst>
            </p:cNvPr>
            <p:cNvSpPr txBox="1"/>
            <p:nvPr/>
          </p:nvSpPr>
          <p:spPr>
            <a:xfrm>
              <a:off x="6010362" y="6507380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22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7" name="Google Shape;57;p2">
              <a:extLst>
                <a:ext uri="{FF2B5EF4-FFF2-40B4-BE49-F238E27FC236}">
                  <a16:creationId xmlns:a16="http://schemas.microsoft.com/office/drawing/2014/main" id="{7C8FFC1C-C58F-98BF-6575-810B9E24C750}"/>
                </a:ext>
              </a:extLst>
            </p:cNvPr>
            <p:cNvSpPr txBox="1"/>
            <p:nvPr/>
          </p:nvSpPr>
          <p:spPr>
            <a:xfrm>
              <a:off x="618003" y="8305870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25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8" name="Google Shape;58;p2">
              <a:extLst>
                <a:ext uri="{FF2B5EF4-FFF2-40B4-BE49-F238E27FC236}">
                  <a16:creationId xmlns:a16="http://schemas.microsoft.com/office/drawing/2014/main" id="{97C28457-5A36-A39C-C52C-025E466978C7}"/>
                </a:ext>
              </a:extLst>
            </p:cNvPr>
            <p:cNvSpPr txBox="1"/>
            <p:nvPr/>
          </p:nvSpPr>
          <p:spPr>
            <a:xfrm>
              <a:off x="1967392" y="8303509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26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9" name="Google Shape;59;p2">
              <a:extLst>
                <a:ext uri="{FF2B5EF4-FFF2-40B4-BE49-F238E27FC236}">
                  <a16:creationId xmlns:a16="http://schemas.microsoft.com/office/drawing/2014/main" id="{DF8F4FD9-F4AD-F7F7-0936-3BD31264363A}"/>
                </a:ext>
              </a:extLst>
            </p:cNvPr>
            <p:cNvSpPr txBox="1"/>
            <p:nvPr/>
          </p:nvSpPr>
          <p:spPr>
            <a:xfrm>
              <a:off x="3306844" y="8301734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27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8216677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">
          <a:extLst>
            <a:ext uri="{FF2B5EF4-FFF2-40B4-BE49-F238E27FC236}">
              <a16:creationId xmlns:a16="http://schemas.microsoft.com/office/drawing/2014/main" id="{B126B5E3-43C1-2D45-7172-5913CF8425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">
            <a:extLst>
              <a:ext uri="{FF2B5EF4-FFF2-40B4-BE49-F238E27FC236}">
                <a16:creationId xmlns:a16="http://schemas.microsoft.com/office/drawing/2014/main" id="{A5EE5CB6-12A2-D35D-E4E9-8FD018AA5603}"/>
              </a:ext>
            </a:extLst>
          </p:cNvPr>
          <p:cNvSpPr txBox="1"/>
          <p:nvPr/>
        </p:nvSpPr>
        <p:spPr>
          <a:xfrm>
            <a:off x="6010362" y="496012"/>
            <a:ext cx="1267715" cy="1863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dirty="0" smtClean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OOO </a:t>
            </a:r>
            <a:r>
              <a:rPr lang="ko-KR" altLang="en-US" sz="1200" dirty="0" smtClean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지점</a:t>
            </a:r>
            <a:endParaRPr sz="1200" u="none" strike="noStrike" cap="none" dirty="0">
              <a:solidFill>
                <a:srgbClr val="146152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  <a:sym typeface="Arial"/>
            </a:endParaRPr>
          </a:p>
        </p:txBody>
      </p:sp>
      <p:sp>
        <p:nvSpPr>
          <p:cNvPr id="22" name="Google Shape;22;p2">
            <a:extLst>
              <a:ext uri="{FF2B5EF4-FFF2-40B4-BE49-F238E27FC236}">
                <a16:creationId xmlns:a16="http://schemas.microsoft.com/office/drawing/2014/main" id="{7E14A02F-F46F-1094-16ED-98E2F0DA2046}"/>
              </a:ext>
            </a:extLst>
          </p:cNvPr>
          <p:cNvSpPr txBox="1"/>
          <p:nvPr/>
        </p:nvSpPr>
        <p:spPr>
          <a:xfrm>
            <a:off x="2523941" y="313013"/>
            <a:ext cx="336454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8E72"/>
              </a:buClr>
              <a:buSzPts val="2400"/>
              <a:buFont typeface="Arial"/>
              <a:buNone/>
            </a:pPr>
            <a:r>
              <a:rPr lang="en-US" sz="2400" b="1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키즈밀</a:t>
            </a:r>
            <a:r>
              <a:rPr lang="en-US" sz="24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 </a:t>
            </a:r>
            <a:r>
              <a:rPr lang="en-US" sz="2400" b="1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튼튼</a:t>
            </a:r>
            <a:r>
              <a:rPr lang="en-US" sz="24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 </a:t>
            </a:r>
            <a:r>
              <a:rPr lang="en-US" sz="2400" b="1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식단</a:t>
            </a:r>
            <a:r>
              <a:rPr lang="en-US" sz="24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 </a:t>
            </a:r>
            <a:r>
              <a:rPr lang="en-US" sz="1500" u="none" strike="noStrike" cap="none" dirty="0" smtClean="0">
                <a:solidFill>
                  <a:srgbClr val="146152"/>
                </a:solidFill>
                <a:latin typeface="OLDWEST" pitchFamily="2" charset="0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2026 </a:t>
            </a:r>
            <a:r>
              <a:rPr lang="en-US" sz="1500" dirty="0" smtClean="0">
                <a:solidFill>
                  <a:srgbClr val="146152"/>
                </a:solidFill>
                <a:latin typeface="OLDWEST" pitchFamily="2" charset="0"/>
                <a:ea typeface="Pretendard" panose="02000503000000020004" pitchFamily="2" charset="-127"/>
                <a:cs typeface="Pretendard" panose="02000503000000020004" pitchFamily="2" charset="-127"/>
              </a:rPr>
              <a:t>MAY</a:t>
            </a:r>
            <a:endParaRPr sz="1500" u="none" strike="noStrike" cap="none" dirty="0">
              <a:solidFill>
                <a:srgbClr val="146152"/>
              </a:solidFill>
              <a:latin typeface="OLDWEST" pitchFamily="2" charset="0"/>
              <a:ea typeface="Pretendard" panose="02000503000000020004" pitchFamily="2" charset="-127"/>
              <a:cs typeface="Pretendard" panose="02000503000000020004" pitchFamily="2" charset="-127"/>
              <a:sym typeface="Arial"/>
            </a:endParaRPr>
          </a:p>
        </p:txBody>
      </p:sp>
      <p:graphicFrame>
        <p:nvGraphicFramePr>
          <p:cNvPr id="17" name="Google Shape;17;p2">
            <a:extLst>
              <a:ext uri="{FF2B5EF4-FFF2-40B4-BE49-F238E27FC236}">
                <a16:creationId xmlns:a16="http://schemas.microsoft.com/office/drawing/2014/main" id="{FD0EAF99-6977-0928-BB3C-61B480A5CB7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86118009"/>
              </p:ext>
            </p:extLst>
          </p:nvPr>
        </p:nvGraphicFramePr>
        <p:xfrm>
          <a:off x="194988" y="1156203"/>
          <a:ext cx="7166525" cy="8856477"/>
        </p:xfrm>
        <a:graphic>
          <a:graphicData uri="http://schemas.openxmlformats.org/drawingml/2006/table">
            <a:tbl>
              <a:tblPr>
                <a:noFill/>
                <a:tableStyleId>{0CD827EC-5CFA-433B-8004-491D8FC1E32A}</a:tableStyleId>
              </a:tblPr>
              <a:tblGrid>
                <a:gridCol w="4345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4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46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46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46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464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404117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1주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2" gridSpan="4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endParaRPr sz="600" b="0" i="0" u="none" strike="noStrike" cap="none" dirty="0"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endParaRPr lang="ko-KR" altLang="en-US" sz="900" b="0" i="0" u="none" strike="noStrike" cap="none" dirty="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내용</a:t>
                      </a:r>
                      <a:br>
                        <a:rPr lang="ko-KR" altLang="en-US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</a:br>
                      <a:r>
                        <a:rPr lang="ko-KR" altLang="en-US" sz="9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내용</a:t>
                      </a:r>
                      <a:r>
                        <a:rPr lang="ko-KR" altLang="en-US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/>
                      </a:r>
                      <a:br>
                        <a:rPr lang="ko-KR" altLang="en-US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</a:br>
                      <a:r>
                        <a:rPr lang="ko-KR" altLang="en-US" sz="9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내용</a:t>
                      </a:r>
                      <a:r>
                        <a:rPr lang="ko-KR" altLang="en-US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/>
                      </a:r>
                      <a:br>
                        <a:rPr lang="ko-KR" altLang="en-US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</a:br>
                      <a:r>
                        <a:rPr lang="ko-KR" altLang="en-US" sz="9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내용</a:t>
                      </a:r>
                      <a:r>
                        <a:rPr lang="ko-KR" altLang="en-US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/>
                      </a:r>
                      <a:br>
                        <a:rPr lang="ko-KR" altLang="en-US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</a:br>
                      <a:r>
                        <a:rPr lang="ko-KR" altLang="en-US" sz="9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내용</a:t>
                      </a:r>
                      <a:r>
                        <a:rPr lang="ko-KR" altLang="en-US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/>
                      </a:r>
                      <a:br>
                        <a:rPr lang="ko-KR" altLang="en-US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</a:br>
                      <a:r>
                        <a:rPr lang="ko-KR" altLang="en-US" sz="9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내용</a:t>
                      </a:r>
                      <a:r>
                        <a:rPr lang="ko-KR" altLang="en-US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/>
                      </a:r>
                      <a:br>
                        <a:rPr lang="ko-KR" altLang="en-US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</a:br>
                      <a:r>
                        <a:rPr lang="ko-KR" altLang="en-US" sz="9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내용</a:t>
                      </a:r>
                      <a:endParaRPr lang="ko-KR" altLang="en-US" sz="900" b="0" i="0" u="none" strike="noStrike" cap="none" dirty="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433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gridSpan="4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endParaRPr lang="ko-KR" altLang="en-US" sz="900" b="0" i="0" u="none" strike="noStrike" cap="none" dirty="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내용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520930"/>
                  </a:ext>
                </a:extLst>
              </a:tr>
              <a:tr h="1378787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2주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32588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3주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4196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34112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4주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4196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2954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5주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grpSp>
        <p:nvGrpSpPr>
          <p:cNvPr id="64" name="Google Shape;64;p2">
            <a:extLst>
              <a:ext uri="{FF2B5EF4-FFF2-40B4-BE49-F238E27FC236}">
                <a16:creationId xmlns:a16="http://schemas.microsoft.com/office/drawing/2014/main" id="{813A8125-7AAD-9608-BE31-C4FCD26C9CF8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4985001" y="135923"/>
            <a:ext cx="1436533" cy="634167"/>
            <a:chOff x="2636838" y="3954463"/>
            <a:chExt cx="3836987" cy="1693863"/>
          </a:xfrm>
        </p:grpSpPr>
        <p:grpSp>
          <p:nvGrpSpPr>
            <p:cNvPr id="65" name="Google Shape;65;p2">
              <a:extLst>
                <a:ext uri="{FF2B5EF4-FFF2-40B4-BE49-F238E27FC236}">
                  <a16:creationId xmlns:a16="http://schemas.microsoft.com/office/drawing/2014/main" id="{D030709F-E4F3-2BAA-709A-63A475F5CEA3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303588" y="4951413"/>
              <a:ext cx="1827212" cy="696913"/>
              <a:chOff x="3303588" y="4951413"/>
              <a:chExt cx="1827212" cy="696913"/>
            </a:xfrm>
          </p:grpSpPr>
          <p:sp>
            <p:nvSpPr>
              <p:cNvPr id="66" name="Google Shape;66;p2">
                <a:extLst>
                  <a:ext uri="{FF2B5EF4-FFF2-40B4-BE49-F238E27FC236}">
                    <a16:creationId xmlns:a16="http://schemas.microsoft.com/office/drawing/2014/main" id="{7F8539C4-C5F2-8185-996C-F4363F69671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33750" y="5003801"/>
                <a:ext cx="847725" cy="465138"/>
              </a:xfrm>
              <a:custGeom>
                <a:avLst/>
                <a:gdLst/>
                <a:ahLst/>
                <a:cxnLst/>
                <a:rect l="l" t="t" r="r" b="b"/>
                <a:pathLst>
                  <a:path w="312" h="171" extrusionOk="0">
                    <a:moveTo>
                      <a:pt x="302" y="115"/>
                    </a:moveTo>
                    <a:cubicBezTo>
                      <a:pt x="285" y="114"/>
                      <a:pt x="268" y="109"/>
                      <a:pt x="253" y="101"/>
                    </a:cubicBezTo>
                    <a:cubicBezTo>
                      <a:pt x="256" y="89"/>
                      <a:pt x="259" y="78"/>
                      <a:pt x="259" y="66"/>
                    </a:cubicBezTo>
                    <a:cubicBezTo>
                      <a:pt x="259" y="54"/>
                      <a:pt x="256" y="42"/>
                      <a:pt x="248" y="34"/>
                    </a:cubicBezTo>
                    <a:cubicBezTo>
                      <a:pt x="240" y="25"/>
                      <a:pt x="226" y="21"/>
                      <a:pt x="216" y="27"/>
                    </a:cubicBezTo>
                    <a:cubicBezTo>
                      <a:pt x="205" y="32"/>
                      <a:pt x="200" y="46"/>
                      <a:pt x="207" y="56"/>
                    </a:cubicBezTo>
                    <a:cubicBezTo>
                      <a:pt x="201" y="41"/>
                      <a:pt x="192" y="27"/>
                      <a:pt x="181" y="15"/>
                    </a:cubicBezTo>
                    <a:cubicBezTo>
                      <a:pt x="175" y="10"/>
                      <a:pt x="169" y="6"/>
                      <a:pt x="162" y="4"/>
                    </a:cubicBezTo>
                    <a:cubicBezTo>
                      <a:pt x="155" y="2"/>
                      <a:pt x="146" y="4"/>
                      <a:pt x="142" y="9"/>
                    </a:cubicBezTo>
                    <a:cubicBezTo>
                      <a:pt x="134" y="19"/>
                      <a:pt x="140" y="34"/>
                      <a:pt x="147" y="45"/>
                    </a:cubicBezTo>
                    <a:cubicBezTo>
                      <a:pt x="142" y="48"/>
                      <a:pt x="136" y="44"/>
                      <a:pt x="132" y="41"/>
                    </a:cubicBezTo>
                    <a:cubicBezTo>
                      <a:pt x="101" y="17"/>
                      <a:pt x="59" y="0"/>
                      <a:pt x="23" y="14"/>
                    </a:cubicBezTo>
                    <a:cubicBezTo>
                      <a:pt x="17" y="16"/>
                      <a:pt x="12" y="19"/>
                      <a:pt x="9" y="24"/>
                    </a:cubicBezTo>
                    <a:cubicBezTo>
                      <a:pt x="0" y="36"/>
                      <a:pt x="8" y="52"/>
                      <a:pt x="17" y="63"/>
                    </a:cubicBezTo>
                    <a:cubicBezTo>
                      <a:pt x="38" y="86"/>
                      <a:pt x="67" y="101"/>
                      <a:pt x="97" y="105"/>
                    </a:cubicBezTo>
                    <a:cubicBezTo>
                      <a:pt x="90" y="112"/>
                      <a:pt x="82" y="120"/>
                      <a:pt x="78" y="130"/>
                    </a:cubicBezTo>
                    <a:cubicBezTo>
                      <a:pt x="74" y="140"/>
                      <a:pt x="75" y="152"/>
                      <a:pt x="83" y="160"/>
                    </a:cubicBezTo>
                    <a:cubicBezTo>
                      <a:pt x="87" y="163"/>
                      <a:pt x="93" y="165"/>
                      <a:pt x="99" y="166"/>
                    </a:cubicBezTo>
                    <a:cubicBezTo>
                      <a:pt x="126" y="171"/>
                      <a:pt x="156" y="163"/>
                      <a:pt x="177" y="145"/>
                    </a:cubicBezTo>
                    <a:cubicBezTo>
                      <a:pt x="177" y="156"/>
                      <a:pt x="190" y="165"/>
                      <a:pt x="201" y="164"/>
                    </a:cubicBezTo>
                    <a:cubicBezTo>
                      <a:pt x="212" y="162"/>
                      <a:pt x="221" y="152"/>
                      <a:pt x="224" y="141"/>
                    </a:cubicBezTo>
                    <a:cubicBezTo>
                      <a:pt x="227" y="130"/>
                      <a:pt x="225" y="118"/>
                      <a:pt x="221" y="107"/>
                    </a:cubicBezTo>
                    <a:cubicBezTo>
                      <a:pt x="250" y="116"/>
                      <a:pt x="281" y="123"/>
                      <a:pt x="312" y="128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67" name="Google Shape;67;p2">
                <a:extLst>
                  <a:ext uri="{FF2B5EF4-FFF2-40B4-BE49-F238E27FC236}">
                    <a16:creationId xmlns:a16="http://schemas.microsoft.com/office/drawing/2014/main" id="{9F382793-5E82-3193-0104-6BDC18269E8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749800" y="5414963"/>
                <a:ext cx="57150" cy="217488"/>
              </a:xfrm>
              <a:custGeom>
                <a:avLst/>
                <a:gdLst/>
                <a:ahLst/>
                <a:cxnLst/>
                <a:rect l="l" t="t" r="r" b="b"/>
                <a:pathLst>
                  <a:path w="21" h="80" extrusionOk="0">
                    <a:moveTo>
                      <a:pt x="5" y="78"/>
                    </a:moveTo>
                    <a:cubicBezTo>
                      <a:pt x="16" y="54"/>
                      <a:pt x="21" y="28"/>
                      <a:pt x="18" y="2"/>
                    </a:cubicBezTo>
                    <a:cubicBezTo>
                      <a:pt x="18" y="0"/>
                      <a:pt x="14" y="0"/>
                      <a:pt x="14" y="3"/>
                    </a:cubicBezTo>
                    <a:cubicBezTo>
                      <a:pt x="16" y="28"/>
                      <a:pt x="12" y="53"/>
                      <a:pt x="1" y="76"/>
                    </a:cubicBezTo>
                    <a:cubicBezTo>
                      <a:pt x="0" y="78"/>
                      <a:pt x="4" y="80"/>
                      <a:pt x="5" y="7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68" name="Google Shape;68;p2">
                <a:extLst>
                  <a:ext uri="{FF2B5EF4-FFF2-40B4-BE49-F238E27FC236}">
                    <a16:creationId xmlns:a16="http://schemas.microsoft.com/office/drawing/2014/main" id="{19A79442-C8A4-EAD7-547B-7DF051D03AF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803775" y="5570538"/>
                <a:ext cx="25400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9" h="19" extrusionOk="0">
                    <a:moveTo>
                      <a:pt x="5" y="16"/>
                    </a:moveTo>
                    <a:cubicBezTo>
                      <a:pt x="7" y="12"/>
                      <a:pt x="9" y="8"/>
                      <a:pt x="9" y="4"/>
                    </a:cubicBezTo>
                    <a:cubicBezTo>
                      <a:pt x="9" y="1"/>
                      <a:pt x="5" y="0"/>
                      <a:pt x="5" y="3"/>
                    </a:cubicBezTo>
                    <a:cubicBezTo>
                      <a:pt x="4" y="7"/>
                      <a:pt x="3" y="11"/>
                      <a:pt x="2" y="15"/>
                    </a:cubicBezTo>
                    <a:cubicBezTo>
                      <a:pt x="0" y="17"/>
                      <a:pt x="4" y="19"/>
                      <a:pt x="5" y="1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69" name="Google Shape;69;p2">
                <a:extLst>
                  <a:ext uri="{FF2B5EF4-FFF2-40B4-BE49-F238E27FC236}">
                    <a16:creationId xmlns:a16="http://schemas.microsoft.com/office/drawing/2014/main" id="{4B5A9050-9183-9CC0-137A-EEA22B61E14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859338" y="5400676"/>
                <a:ext cx="57150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21" h="73" extrusionOk="0">
                    <a:moveTo>
                      <a:pt x="5" y="71"/>
                    </a:moveTo>
                    <a:cubicBezTo>
                      <a:pt x="16" y="50"/>
                      <a:pt x="21" y="26"/>
                      <a:pt x="18" y="2"/>
                    </a:cubicBezTo>
                    <a:cubicBezTo>
                      <a:pt x="18" y="0"/>
                      <a:pt x="14" y="0"/>
                      <a:pt x="14" y="3"/>
                    </a:cubicBezTo>
                    <a:cubicBezTo>
                      <a:pt x="16" y="26"/>
                      <a:pt x="12" y="49"/>
                      <a:pt x="1" y="69"/>
                    </a:cubicBezTo>
                    <a:cubicBezTo>
                      <a:pt x="0" y="72"/>
                      <a:pt x="4" y="73"/>
                      <a:pt x="5" y="7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0" name="Google Shape;70;p2">
                <a:extLst>
                  <a:ext uri="{FF2B5EF4-FFF2-40B4-BE49-F238E27FC236}">
                    <a16:creationId xmlns:a16="http://schemas.microsoft.com/office/drawing/2014/main" id="{4BB2C19B-16EF-A241-F5FD-0B177700C01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932363" y="5529263"/>
                <a:ext cx="23812" cy="71438"/>
              </a:xfrm>
              <a:custGeom>
                <a:avLst/>
                <a:gdLst/>
                <a:ahLst/>
                <a:cxnLst/>
                <a:rect l="l" t="t" r="r" b="b"/>
                <a:pathLst>
                  <a:path w="9" h="26" extrusionOk="0">
                    <a:moveTo>
                      <a:pt x="5" y="23"/>
                    </a:moveTo>
                    <a:cubicBezTo>
                      <a:pt x="8" y="17"/>
                      <a:pt x="9" y="10"/>
                      <a:pt x="8" y="3"/>
                    </a:cubicBezTo>
                    <a:cubicBezTo>
                      <a:pt x="7" y="0"/>
                      <a:pt x="3" y="1"/>
                      <a:pt x="4" y="4"/>
                    </a:cubicBezTo>
                    <a:cubicBezTo>
                      <a:pt x="5" y="10"/>
                      <a:pt x="4" y="16"/>
                      <a:pt x="1" y="22"/>
                    </a:cubicBezTo>
                    <a:cubicBezTo>
                      <a:pt x="0" y="24"/>
                      <a:pt x="4" y="26"/>
                      <a:pt x="5" y="2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1" name="Google Shape;71;p2">
                <a:extLst>
                  <a:ext uri="{FF2B5EF4-FFF2-40B4-BE49-F238E27FC236}">
                    <a16:creationId xmlns:a16="http://schemas.microsoft.com/office/drawing/2014/main" id="{11DE0B10-C65D-660F-4712-9E962E96B3F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997450" y="5487988"/>
                <a:ext cx="34925" cy="122238"/>
              </a:xfrm>
              <a:custGeom>
                <a:avLst/>
                <a:gdLst/>
                <a:ahLst/>
                <a:cxnLst/>
                <a:rect l="l" t="t" r="r" b="b"/>
                <a:pathLst>
                  <a:path w="13" h="45" extrusionOk="0">
                    <a:moveTo>
                      <a:pt x="5" y="43"/>
                    </a:moveTo>
                    <a:cubicBezTo>
                      <a:pt x="11" y="30"/>
                      <a:pt x="13" y="17"/>
                      <a:pt x="12" y="3"/>
                    </a:cubicBezTo>
                    <a:cubicBezTo>
                      <a:pt x="12" y="0"/>
                      <a:pt x="8" y="1"/>
                      <a:pt x="8" y="3"/>
                    </a:cubicBezTo>
                    <a:cubicBezTo>
                      <a:pt x="9" y="16"/>
                      <a:pt x="7" y="29"/>
                      <a:pt x="2" y="41"/>
                    </a:cubicBezTo>
                    <a:cubicBezTo>
                      <a:pt x="0" y="43"/>
                      <a:pt x="4" y="45"/>
                      <a:pt x="5" y="4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2" name="Google Shape;72;p2">
                <a:extLst>
                  <a:ext uri="{FF2B5EF4-FFF2-40B4-BE49-F238E27FC236}">
                    <a16:creationId xmlns:a16="http://schemas.microsoft.com/office/drawing/2014/main" id="{056BE128-7C94-EE65-EC5C-225EDEA45F4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121150" y="5168901"/>
                <a:ext cx="1009650" cy="479425"/>
              </a:xfrm>
              <a:custGeom>
                <a:avLst/>
                <a:gdLst/>
                <a:ahLst/>
                <a:cxnLst/>
                <a:rect l="l" t="t" r="r" b="b"/>
                <a:pathLst>
                  <a:path w="371" h="176" extrusionOk="0">
                    <a:moveTo>
                      <a:pt x="68" y="1"/>
                    </a:moveTo>
                    <a:cubicBezTo>
                      <a:pt x="23" y="5"/>
                      <a:pt x="0" y="57"/>
                      <a:pt x="12" y="97"/>
                    </a:cubicBezTo>
                    <a:cubicBezTo>
                      <a:pt x="21" y="124"/>
                      <a:pt x="43" y="136"/>
                      <a:pt x="68" y="146"/>
                    </a:cubicBezTo>
                    <a:cubicBezTo>
                      <a:pt x="104" y="160"/>
                      <a:pt x="144" y="165"/>
                      <a:pt x="183" y="169"/>
                    </a:cubicBezTo>
                    <a:cubicBezTo>
                      <a:pt x="218" y="173"/>
                      <a:pt x="254" y="176"/>
                      <a:pt x="290" y="175"/>
                    </a:cubicBezTo>
                    <a:cubicBezTo>
                      <a:pt x="315" y="174"/>
                      <a:pt x="347" y="169"/>
                      <a:pt x="358" y="144"/>
                    </a:cubicBezTo>
                    <a:cubicBezTo>
                      <a:pt x="371" y="117"/>
                      <a:pt x="328" y="97"/>
                      <a:pt x="310" y="86"/>
                    </a:cubicBezTo>
                    <a:cubicBezTo>
                      <a:pt x="273" y="64"/>
                      <a:pt x="233" y="48"/>
                      <a:pt x="192" y="34"/>
                    </a:cubicBezTo>
                    <a:cubicBezTo>
                      <a:pt x="170" y="26"/>
                      <a:pt x="147" y="19"/>
                      <a:pt x="125" y="12"/>
                    </a:cubicBezTo>
                    <a:cubicBezTo>
                      <a:pt x="106" y="6"/>
                      <a:pt x="88" y="0"/>
                      <a:pt x="68" y="1"/>
                    </a:cubicBezTo>
                    <a:cubicBezTo>
                      <a:pt x="63" y="1"/>
                      <a:pt x="64" y="10"/>
                      <a:pt x="69" y="9"/>
                    </a:cubicBezTo>
                    <a:cubicBezTo>
                      <a:pt x="89" y="9"/>
                      <a:pt x="108" y="15"/>
                      <a:pt x="126" y="21"/>
                    </a:cubicBezTo>
                    <a:cubicBezTo>
                      <a:pt x="144" y="27"/>
                      <a:pt x="162" y="32"/>
                      <a:pt x="179" y="38"/>
                    </a:cubicBezTo>
                    <a:cubicBezTo>
                      <a:pt x="218" y="51"/>
                      <a:pt x="256" y="66"/>
                      <a:pt x="293" y="86"/>
                    </a:cubicBezTo>
                    <a:cubicBezTo>
                      <a:pt x="308" y="94"/>
                      <a:pt x="323" y="103"/>
                      <a:pt x="336" y="112"/>
                    </a:cubicBezTo>
                    <a:cubicBezTo>
                      <a:pt x="343" y="117"/>
                      <a:pt x="350" y="124"/>
                      <a:pt x="352" y="133"/>
                    </a:cubicBezTo>
                    <a:cubicBezTo>
                      <a:pt x="355" y="144"/>
                      <a:pt x="342" y="153"/>
                      <a:pt x="333" y="158"/>
                    </a:cubicBezTo>
                    <a:cubicBezTo>
                      <a:pt x="308" y="171"/>
                      <a:pt x="273" y="167"/>
                      <a:pt x="245" y="166"/>
                    </a:cubicBezTo>
                    <a:cubicBezTo>
                      <a:pt x="209" y="164"/>
                      <a:pt x="172" y="160"/>
                      <a:pt x="136" y="155"/>
                    </a:cubicBezTo>
                    <a:cubicBezTo>
                      <a:pt x="103" y="149"/>
                      <a:pt x="58" y="142"/>
                      <a:pt x="33" y="116"/>
                    </a:cubicBezTo>
                    <a:cubicBezTo>
                      <a:pt x="0" y="83"/>
                      <a:pt x="22" y="14"/>
                      <a:pt x="69" y="9"/>
                    </a:cubicBezTo>
                    <a:cubicBezTo>
                      <a:pt x="75" y="9"/>
                      <a:pt x="73" y="1"/>
                      <a:pt x="68" y="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3" name="Google Shape;73;p2">
                <a:extLst>
                  <a:ext uri="{FF2B5EF4-FFF2-40B4-BE49-F238E27FC236}">
                    <a16:creationId xmlns:a16="http://schemas.microsoft.com/office/drawing/2014/main" id="{8A243E5C-ACA2-123A-EBAA-32DA6A9C0BF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64025" y="5351463"/>
                <a:ext cx="57150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21" h="73" extrusionOk="0">
                    <a:moveTo>
                      <a:pt x="5" y="70"/>
                    </a:moveTo>
                    <a:cubicBezTo>
                      <a:pt x="15" y="49"/>
                      <a:pt x="20" y="26"/>
                      <a:pt x="21" y="3"/>
                    </a:cubicBezTo>
                    <a:cubicBezTo>
                      <a:pt x="21" y="0"/>
                      <a:pt x="17" y="0"/>
                      <a:pt x="17" y="2"/>
                    </a:cubicBezTo>
                    <a:cubicBezTo>
                      <a:pt x="16" y="26"/>
                      <a:pt x="11" y="48"/>
                      <a:pt x="1" y="69"/>
                    </a:cubicBezTo>
                    <a:cubicBezTo>
                      <a:pt x="0" y="71"/>
                      <a:pt x="4" y="73"/>
                      <a:pt x="5" y="7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4" name="Google Shape;74;p2">
                <a:extLst>
                  <a:ext uri="{FF2B5EF4-FFF2-40B4-BE49-F238E27FC236}">
                    <a16:creationId xmlns:a16="http://schemas.microsoft.com/office/drawing/2014/main" id="{0C77F8F3-030B-90D0-1F99-8EC7CDAD65E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375150" y="5205413"/>
                <a:ext cx="88900" cy="342900"/>
              </a:xfrm>
              <a:custGeom>
                <a:avLst/>
                <a:gdLst/>
                <a:ahLst/>
                <a:cxnLst/>
                <a:rect l="l" t="t" r="r" b="b"/>
                <a:pathLst>
                  <a:path w="33" h="126" extrusionOk="0">
                    <a:moveTo>
                      <a:pt x="5" y="124"/>
                    </a:moveTo>
                    <a:cubicBezTo>
                      <a:pt x="24" y="86"/>
                      <a:pt x="33" y="45"/>
                      <a:pt x="31" y="3"/>
                    </a:cubicBezTo>
                    <a:cubicBezTo>
                      <a:pt x="30" y="0"/>
                      <a:pt x="26" y="1"/>
                      <a:pt x="26" y="4"/>
                    </a:cubicBezTo>
                    <a:cubicBezTo>
                      <a:pt x="29" y="45"/>
                      <a:pt x="20" y="85"/>
                      <a:pt x="2" y="122"/>
                    </a:cubicBezTo>
                    <a:cubicBezTo>
                      <a:pt x="0" y="125"/>
                      <a:pt x="4" y="126"/>
                      <a:pt x="5" y="12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5" name="Google Shape;75;p2">
                <a:extLst>
                  <a:ext uri="{FF2B5EF4-FFF2-40B4-BE49-F238E27FC236}">
                    <a16:creationId xmlns:a16="http://schemas.microsoft.com/office/drawing/2014/main" id="{94790ED0-2066-096D-E4FF-AEBBF319293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40238" y="5502276"/>
                <a:ext cx="22225" cy="49213"/>
              </a:xfrm>
              <a:custGeom>
                <a:avLst/>
                <a:gdLst/>
                <a:ahLst/>
                <a:cxnLst/>
                <a:rect l="l" t="t" r="r" b="b"/>
                <a:pathLst>
                  <a:path w="8" h="18" extrusionOk="0">
                    <a:moveTo>
                      <a:pt x="4" y="15"/>
                    </a:moveTo>
                    <a:cubicBezTo>
                      <a:pt x="5" y="11"/>
                      <a:pt x="6" y="7"/>
                      <a:pt x="7" y="3"/>
                    </a:cubicBezTo>
                    <a:cubicBezTo>
                      <a:pt x="8" y="1"/>
                      <a:pt x="3" y="0"/>
                      <a:pt x="3" y="3"/>
                    </a:cubicBezTo>
                    <a:cubicBezTo>
                      <a:pt x="2" y="7"/>
                      <a:pt x="1" y="11"/>
                      <a:pt x="0" y="15"/>
                    </a:cubicBezTo>
                    <a:cubicBezTo>
                      <a:pt x="0" y="17"/>
                      <a:pt x="4" y="18"/>
                      <a:pt x="4" y="1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6" name="Google Shape;76;p2">
                <a:extLst>
                  <a:ext uri="{FF2B5EF4-FFF2-40B4-BE49-F238E27FC236}">
                    <a16:creationId xmlns:a16="http://schemas.microsoft.com/office/drawing/2014/main" id="{D5C447C9-A315-B06D-7FBA-02CF77D96A6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05325" y="5430838"/>
                <a:ext cx="57150" cy="182563"/>
              </a:xfrm>
              <a:custGeom>
                <a:avLst/>
                <a:gdLst/>
                <a:ahLst/>
                <a:cxnLst/>
                <a:rect l="l" t="t" r="r" b="b"/>
                <a:pathLst>
                  <a:path w="21" h="67" extrusionOk="0">
                    <a:moveTo>
                      <a:pt x="5" y="64"/>
                    </a:moveTo>
                    <a:cubicBezTo>
                      <a:pt x="16" y="45"/>
                      <a:pt x="21" y="25"/>
                      <a:pt x="20" y="3"/>
                    </a:cubicBezTo>
                    <a:cubicBezTo>
                      <a:pt x="20" y="1"/>
                      <a:pt x="16" y="0"/>
                      <a:pt x="16" y="3"/>
                    </a:cubicBezTo>
                    <a:cubicBezTo>
                      <a:pt x="16" y="24"/>
                      <a:pt x="12" y="44"/>
                      <a:pt x="2" y="63"/>
                    </a:cubicBezTo>
                    <a:cubicBezTo>
                      <a:pt x="0" y="65"/>
                      <a:pt x="4" y="67"/>
                      <a:pt x="5" y="6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7" name="Google Shape;77;p2">
                <a:extLst>
                  <a:ext uri="{FF2B5EF4-FFF2-40B4-BE49-F238E27FC236}">
                    <a16:creationId xmlns:a16="http://schemas.microsoft.com/office/drawing/2014/main" id="{58E0D0AB-86C5-AC0A-16AA-D3757523DAA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81525" y="5483226"/>
                <a:ext cx="22225" cy="60325"/>
              </a:xfrm>
              <a:custGeom>
                <a:avLst/>
                <a:gdLst/>
                <a:ahLst/>
                <a:cxnLst/>
                <a:rect l="l" t="t" r="r" b="b"/>
                <a:pathLst>
                  <a:path w="8" h="22" extrusionOk="0">
                    <a:moveTo>
                      <a:pt x="5" y="19"/>
                    </a:moveTo>
                    <a:cubicBezTo>
                      <a:pt x="7" y="14"/>
                      <a:pt x="8" y="9"/>
                      <a:pt x="7" y="3"/>
                    </a:cubicBezTo>
                    <a:cubicBezTo>
                      <a:pt x="7" y="0"/>
                      <a:pt x="3" y="1"/>
                      <a:pt x="3" y="4"/>
                    </a:cubicBezTo>
                    <a:cubicBezTo>
                      <a:pt x="3" y="8"/>
                      <a:pt x="3" y="13"/>
                      <a:pt x="1" y="18"/>
                    </a:cubicBezTo>
                    <a:cubicBezTo>
                      <a:pt x="0" y="20"/>
                      <a:pt x="4" y="22"/>
                      <a:pt x="5" y="1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8" name="Google Shape;78;p2">
                <a:extLst>
                  <a:ext uri="{FF2B5EF4-FFF2-40B4-BE49-F238E27FC236}">
                    <a16:creationId xmlns:a16="http://schemas.microsoft.com/office/drawing/2014/main" id="{CC00A906-F989-8EE0-5C82-308AC2F68EE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622800" y="5322888"/>
                <a:ext cx="58737" cy="247650"/>
              </a:xfrm>
              <a:custGeom>
                <a:avLst/>
                <a:gdLst/>
                <a:ahLst/>
                <a:cxnLst/>
                <a:rect l="l" t="t" r="r" b="b"/>
                <a:pathLst>
                  <a:path w="22" h="91" extrusionOk="0">
                    <a:moveTo>
                      <a:pt x="5" y="88"/>
                    </a:moveTo>
                    <a:cubicBezTo>
                      <a:pt x="18" y="62"/>
                      <a:pt x="22" y="33"/>
                      <a:pt x="18" y="3"/>
                    </a:cubicBezTo>
                    <a:cubicBezTo>
                      <a:pt x="18" y="0"/>
                      <a:pt x="14" y="1"/>
                      <a:pt x="14" y="4"/>
                    </a:cubicBezTo>
                    <a:cubicBezTo>
                      <a:pt x="18" y="33"/>
                      <a:pt x="14" y="61"/>
                      <a:pt x="1" y="87"/>
                    </a:cubicBezTo>
                    <a:cubicBezTo>
                      <a:pt x="0" y="89"/>
                      <a:pt x="4" y="91"/>
                      <a:pt x="5" y="8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9" name="Google Shape;79;p2">
                <a:extLst>
                  <a:ext uri="{FF2B5EF4-FFF2-40B4-BE49-F238E27FC236}">
                    <a16:creationId xmlns:a16="http://schemas.microsoft.com/office/drawing/2014/main" id="{5D763AE3-A0C8-66C4-CB00-BB663A99018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725988" y="5349876"/>
                <a:ext cx="19050" cy="58738"/>
              </a:xfrm>
              <a:custGeom>
                <a:avLst/>
                <a:gdLst/>
                <a:ahLst/>
                <a:cxnLst/>
                <a:rect l="l" t="t" r="r" b="b"/>
                <a:pathLst>
                  <a:path w="7" h="22" extrusionOk="0">
                    <a:moveTo>
                      <a:pt x="5" y="20"/>
                    </a:moveTo>
                    <a:cubicBezTo>
                      <a:pt x="7" y="14"/>
                      <a:pt x="7" y="9"/>
                      <a:pt x="7" y="3"/>
                    </a:cubicBezTo>
                    <a:cubicBezTo>
                      <a:pt x="7" y="0"/>
                      <a:pt x="3" y="1"/>
                      <a:pt x="3" y="4"/>
                    </a:cubicBezTo>
                    <a:cubicBezTo>
                      <a:pt x="3" y="8"/>
                      <a:pt x="3" y="13"/>
                      <a:pt x="1" y="18"/>
                    </a:cubicBezTo>
                    <a:cubicBezTo>
                      <a:pt x="0" y="21"/>
                      <a:pt x="4" y="22"/>
                      <a:pt x="5" y="2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0" name="Google Shape;80;p2">
                <a:extLst>
                  <a:ext uri="{FF2B5EF4-FFF2-40B4-BE49-F238E27FC236}">
                    <a16:creationId xmlns:a16="http://schemas.microsoft.com/office/drawing/2014/main" id="{F86B4BFE-03B5-784F-A0C7-1CF707B0093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03588" y="4951413"/>
                <a:ext cx="881062" cy="550863"/>
              </a:xfrm>
              <a:custGeom>
                <a:avLst/>
                <a:gdLst/>
                <a:ahLst/>
                <a:cxnLst/>
                <a:rect l="l" t="t" r="r" b="b"/>
                <a:pathLst>
                  <a:path w="324" h="202" extrusionOk="0">
                    <a:moveTo>
                      <a:pt x="317" y="145"/>
                    </a:moveTo>
                    <a:cubicBezTo>
                      <a:pt x="290" y="138"/>
                      <a:pt x="264" y="130"/>
                      <a:pt x="238" y="123"/>
                    </a:cubicBezTo>
                    <a:cubicBezTo>
                      <a:pt x="235" y="122"/>
                      <a:pt x="233" y="125"/>
                      <a:pt x="235" y="127"/>
                    </a:cubicBezTo>
                    <a:cubicBezTo>
                      <a:pt x="241" y="136"/>
                      <a:pt x="243" y="145"/>
                      <a:pt x="242" y="155"/>
                    </a:cubicBezTo>
                    <a:cubicBezTo>
                      <a:pt x="241" y="161"/>
                      <a:pt x="238" y="166"/>
                      <a:pt x="235" y="171"/>
                    </a:cubicBezTo>
                    <a:cubicBezTo>
                      <a:pt x="233" y="173"/>
                      <a:pt x="232" y="175"/>
                      <a:pt x="230" y="177"/>
                    </a:cubicBezTo>
                    <a:cubicBezTo>
                      <a:pt x="218" y="185"/>
                      <a:pt x="210" y="181"/>
                      <a:pt x="207" y="165"/>
                    </a:cubicBezTo>
                    <a:cubicBezTo>
                      <a:pt x="208" y="162"/>
                      <a:pt x="205" y="160"/>
                      <a:pt x="203" y="162"/>
                    </a:cubicBezTo>
                    <a:cubicBezTo>
                      <a:pt x="183" y="175"/>
                      <a:pt x="158" y="185"/>
                      <a:pt x="135" y="187"/>
                    </a:cubicBezTo>
                    <a:cubicBezTo>
                      <a:pt x="122" y="189"/>
                      <a:pt x="109" y="185"/>
                      <a:pt x="99" y="177"/>
                    </a:cubicBezTo>
                    <a:cubicBezTo>
                      <a:pt x="85" y="166"/>
                      <a:pt x="85" y="144"/>
                      <a:pt x="100" y="134"/>
                    </a:cubicBezTo>
                    <a:cubicBezTo>
                      <a:pt x="102" y="133"/>
                      <a:pt x="101" y="130"/>
                      <a:pt x="98" y="129"/>
                    </a:cubicBezTo>
                    <a:cubicBezTo>
                      <a:pt x="65" y="122"/>
                      <a:pt x="16" y="88"/>
                      <a:pt x="27" y="48"/>
                    </a:cubicBezTo>
                    <a:cubicBezTo>
                      <a:pt x="39" y="4"/>
                      <a:pt x="119" y="39"/>
                      <a:pt x="143" y="53"/>
                    </a:cubicBezTo>
                    <a:cubicBezTo>
                      <a:pt x="145" y="54"/>
                      <a:pt x="149" y="52"/>
                      <a:pt x="147" y="49"/>
                    </a:cubicBezTo>
                    <a:cubicBezTo>
                      <a:pt x="137" y="39"/>
                      <a:pt x="140" y="25"/>
                      <a:pt x="150" y="16"/>
                    </a:cubicBezTo>
                    <a:cubicBezTo>
                      <a:pt x="159" y="7"/>
                      <a:pt x="173" y="9"/>
                      <a:pt x="184" y="14"/>
                    </a:cubicBezTo>
                    <a:cubicBezTo>
                      <a:pt x="206" y="23"/>
                      <a:pt x="213" y="51"/>
                      <a:pt x="218" y="72"/>
                    </a:cubicBezTo>
                    <a:cubicBezTo>
                      <a:pt x="219" y="76"/>
                      <a:pt x="224" y="75"/>
                      <a:pt x="223" y="71"/>
                    </a:cubicBezTo>
                    <a:cubicBezTo>
                      <a:pt x="220" y="43"/>
                      <a:pt x="257" y="36"/>
                      <a:pt x="265" y="63"/>
                    </a:cubicBezTo>
                    <a:cubicBezTo>
                      <a:pt x="270" y="78"/>
                      <a:pt x="267" y="99"/>
                      <a:pt x="257" y="111"/>
                    </a:cubicBezTo>
                    <a:cubicBezTo>
                      <a:pt x="256" y="112"/>
                      <a:pt x="257" y="115"/>
                      <a:pt x="259" y="115"/>
                    </a:cubicBezTo>
                    <a:cubicBezTo>
                      <a:pt x="279" y="120"/>
                      <a:pt x="299" y="126"/>
                      <a:pt x="318" y="133"/>
                    </a:cubicBezTo>
                    <a:cubicBezTo>
                      <a:pt x="322" y="134"/>
                      <a:pt x="324" y="129"/>
                      <a:pt x="320" y="128"/>
                    </a:cubicBezTo>
                    <a:cubicBezTo>
                      <a:pt x="301" y="121"/>
                      <a:pt x="281" y="115"/>
                      <a:pt x="261" y="110"/>
                    </a:cubicBezTo>
                    <a:cubicBezTo>
                      <a:pt x="261" y="112"/>
                      <a:pt x="261" y="113"/>
                      <a:pt x="262" y="114"/>
                    </a:cubicBezTo>
                    <a:cubicBezTo>
                      <a:pt x="275" y="99"/>
                      <a:pt x="280" y="56"/>
                      <a:pt x="258" y="44"/>
                    </a:cubicBezTo>
                    <a:cubicBezTo>
                      <a:pt x="237" y="33"/>
                      <a:pt x="215" y="49"/>
                      <a:pt x="218" y="72"/>
                    </a:cubicBezTo>
                    <a:cubicBezTo>
                      <a:pt x="220" y="72"/>
                      <a:pt x="221" y="72"/>
                      <a:pt x="223" y="71"/>
                    </a:cubicBezTo>
                    <a:cubicBezTo>
                      <a:pt x="217" y="41"/>
                      <a:pt x="203" y="4"/>
                      <a:pt x="166" y="4"/>
                    </a:cubicBezTo>
                    <a:cubicBezTo>
                      <a:pt x="141" y="5"/>
                      <a:pt x="125" y="33"/>
                      <a:pt x="142" y="52"/>
                    </a:cubicBezTo>
                    <a:cubicBezTo>
                      <a:pt x="144" y="51"/>
                      <a:pt x="145" y="50"/>
                      <a:pt x="146" y="49"/>
                    </a:cubicBezTo>
                    <a:cubicBezTo>
                      <a:pt x="116" y="32"/>
                      <a:pt x="46" y="0"/>
                      <a:pt x="23" y="42"/>
                    </a:cubicBezTo>
                    <a:cubicBezTo>
                      <a:pt x="0" y="86"/>
                      <a:pt x="64" y="127"/>
                      <a:pt x="98" y="135"/>
                    </a:cubicBezTo>
                    <a:cubicBezTo>
                      <a:pt x="97" y="133"/>
                      <a:pt x="97" y="131"/>
                      <a:pt x="96" y="130"/>
                    </a:cubicBezTo>
                    <a:cubicBezTo>
                      <a:pt x="70" y="147"/>
                      <a:pt x="86" y="180"/>
                      <a:pt x="110" y="190"/>
                    </a:cubicBezTo>
                    <a:cubicBezTo>
                      <a:pt x="140" y="202"/>
                      <a:pt x="182" y="183"/>
                      <a:pt x="206" y="166"/>
                    </a:cubicBezTo>
                    <a:cubicBezTo>
                      <a:pt x="205" y="165"/>
                      <a:pt x="203" y="164"/>
                      <a:pt x="202" y="163"/>
                    </a:cubicBezTo>
                    <a:cubicBezTo>
                      <a:pt x="196" y="179"/>
                      <a:pt x="216" y="193"/>
                      <a:pt x="230" y="183"/>
                    </a:cubicBezTo>
                    <a:cubicBezTo>
                      <a:pt x="250" y="170"/>
                      <a:pt x="252" y="143"/>
                      <a:pt x="239" y="124"/>
                    </a:cubicBezTo>
                    <a:cubicBezTo>
                      <a:pt x="238" y="125"/>
                      <a:pt x="237" y="127"/>
                      <a:pt x="236" y="128"/>
                    </a:cubicBezTo>
                    <a:cubicBezTo>
                      <a:pt x="262" y="136"/>
                      <a:pt x="288" y="143"/>
                      <a:pt x="315" y="150"/>
                    </a:cubicBezTo>
                    <a:cubicBezTo>
                      <a:pt x="318" y="151"/>
                      <a:pt x="320" y="146"/>
                      <a:pt x="317" y="14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81" name="Google Shape;81;p2">
              <a:extLst>
                <a:ext uri="{FF2B5EF4-FFF2-40B4-BE49-F238E27FC236}">
                  <a16:creationId xmlns:a16="http://schemas.microsoft.com/office/drawing/2014/main" id="{DFC96853-0BDC-FA5F-2069-78AEE4528BC6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4170363" y="4240213"/>
              <a:ext cx="898525" cy="842963"/>
              <a:chOff x="4170363" y="4240213"/>
              <a:chExt cx="898525" cy="842963"/>
            </a:xfrm>
          </p:grpSpPr>
          <p:sp>
            <p:nvSpPr>
              <p:cNvPr id="82" name="Google Shape;82;p2">
                <a:extLst>
                  <a:ext uri="{FF2B5EF4-FFF2-40B4-BE49-F238E27FC236}">
                    <a16:creationId xmlns:a16="http://schemas.microsoft.com/office/drawing/2014/main" id="{D5969BFF-4514-3122-A890-CCB81D34E79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30688" y="4251326"/>
                <a:ext cx="442912" cy="239713"/>
              </a:xfrm>
              <a:custGeom>
                <a:avLst/>
                <a:gdLst/>
                <a:ahLst/>
                <a:cxnLst/>
                <a:rect l="l" t="t" r="r" b="b"/>
                <a:pathLst>
                  <a:path w="163" h="88" extrusionOk="0">
                    <a:moveTo>
                      <a:pt x="0" y="86"/>
                    </a:moveTo>
                    <a:cubicBezTo>
                      <a:pt x="4" y="77"/>
                      <a:pt x="12" y="71"/>
                      <a:pt x="22" y="69"/>
                    </a:cubicBezTo>
                    <a:cubicBezTo>
                      <a:pt x="31" y="66"/>
                      <a:pt x="41" y="67"/>
                      <a:pt x="51" y="69"/>
                    </a:cubicBezTo>
                    <a:cubicBezTo>
                      <a:pt x="60" y="71"/>
                      <a:pt x="70" y="74"/>
                      <a:pt x="79" y="77"/>
                    </a:cubicBezTo>
                    <a:cubicBezTo>
                      <a:pt x="58" y="71"/>
                      <a:pt x="42" y="51"/>
                      <a:pt x="42" y="29"/>
                    </a:cubicBezTo>
                    <a:cubicBezTo>
                      <a:pt x="50" y="42"/>
                      <a:pt x="66" y="48"/>
                      <a:pt x="76" y="60"/>
                    </a:cubicBezTo>
                    <a:cubicBezTo>
                      <a:pt x="70" y="47"/>
                      <a:pt x="67" y="33"/>
                      <a:pt x="66" y="19"/>
                    </a:cubicBezTo>
                    <a:cubicBezTo>
                      <a:pt x="66" y="16"/>
                      <a:pt x="66" y="14"/>
                      <a:pt x="67" y="12"/>
                    </a:cubicBezTo>
                    <a:cubicBezTo>
                      <a:pt x="69" y="7"/>
                      <a:pt x="76" y="7"/>
                      <a:pt x="81" y="4"/>
                    </a:cubicBezTo>
                    <a:cubicBezTo>
                      <a:pt x="80" y="20"/>
                      <a:pt x="82" y="37"/>
                      <a:pt x="89" y="52"/>
                    </a:cubicBezTo>
                    <a:cubicBezTo>
                      <a:pt x="92" y="58"/>
                      <a:pt x="95" y="64"/>
                      <a:pt x="100" y="68"/>
                    </a:cubicBezTo>
                    <a:cubicBezTo>
                      <a:pt x="106" y="49"/>
                      <a:pt x="106" y="29"/>
                      <a:pt x="100" y="10"/>
                    </a:cubicBezTo>
                    <a:cubicBezTo>
                      <a:pt x="100" y="9"/>
                      <a:pt x="99" y="7"/>
                      <a:pt x="100" y="6"/>
                    </a:cubicBezTo>
                    <a:cubicBezTo>
                      <a:pt x="100" y="5"/>
                      <a:pt x="101" y="3"/>
                      <a:pt x="102" y="4"/>
                    </a:cubicBezTo>
                    <a:cubicBezTo>
                      <a:pt x="103" y="4"/>
                      <a:pt x="104" y="4"/>
                      <a:pt x="104" y="5"/>
                    </a:cubicBezTo>
                    <a:cubicBezTo>
                      <a:pt x="112" y="12"/>
                      <a:pt x="117" y="22"/>
                      <a:pt x="119" y="33"/>
                    </a:cubicBezTo>
                    <a:cubicBezTo>
                      <a:pt x="121" y="31"/>
                      <a:pt x="122" y="29"/>
                      <a:pt x="124" y="27"/>
                    </a:cubicBezTo>
                    <a:cubicBezTo>
                      <a:pt x="129" y="21"/>
                      <a:pt x="134" y="15"/>
                      <a:pt x="141" y="10"/>
                    </a:cubicBezTo>
                    <a:cubicBezTo>
                      <a:pt x="147" y="5"/>
                      <a:pt x="154" y="1"/>
                      <a:pt x="163" y="0"/>
                    </a:cubicBezTo>
                    <a:cubicBezTo>
                      <a:pt x="159" y="5"/>
                      <a:pt x="156" y="9"/>
                      <a:pt x="152" y="14"/>
                    </a:cubicBezTo>
                    <a:cubicBezTo>
                      <a:pt x="144" y="25"/>
                      <a:pt x="136" y="37"/>
                      <a:pt x="129" y="50"/>
                    </a:cubicBezTo>
                    <a:cubicBezTo>
                      <a:pt x="128" y="52"/>
                      <a:pt x="127" y="54"/>
                      <a:pt x="125" y="56"/>
                    </a:cubicBezTo>
                    <a:cubicBezTo>
                      <a:pt x="123" y="57"/>
                      <a:pt x="122" y="58"/>
                      <a:pt x="120" y="58"/>
                    </a:cubicBezTo>
                    <a:cubicBezTo>
                      <a:pt x="106" y="65"/>
                      <a:pt x="95" y="76"/>
                      <a:pt x="82" y="85"/>
                    </a:cubicBezTo>
                    <a:cubicBezTo>
                      <a:pt x="80" y="86"/>
                      <a:pt x="79" y="87"/>
                      <a:pt x="77" y="87"/>
                    </a:cubicBezTo>
                    <a:cubicBezTo>
                      <a:pt x="74" y="88"/>
                      <a:pt x="71" y="85"/>
                      <a:pt x="68" y="84"/>
                    </a:cubicBezTo>
                    <a:cubicBezTo>
                      <a:pt x="59" y="77"/>
                      <a:pt x="46" y="75"/>
                      <a:pt x="35" y="76"/>
                    </a:cubicBezTo>
                    <a:cubicBezTo>
                      <a:pt x="23" y="78"/>
                      <a:pt x="12" y="82"/>
                      <a:pt x="1" y="86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3" name="Google Shape;83;p2">
                <a:extLst>
                  <a:ext uri="{FF2B5EF4-FFF2-40B4-BE49-F238E27FC236}">
                    <a16:creationId xmlns:a16="http://schemas.microsoft.com/office/drawing/2014/main" id="{97E8CB1B-5BC3-300D-A636-A17CBA664C2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170363" y="4300538"/>
                <a:ext cx="898525" cy="782638"/>
              </a:xfrm>
              <a:custGeom>
                <a:avLst/>
                <a:gdLst/>
                <a:ahLst/>
                <a:cxnLst/>
                <a:rect l="l" t="t" r="r" b="b"/>
                <a:pathLst>
                  <a:path w="330" h="287" extrusionOk="0">
                    <a:moveTo>
                      <a:pt x="260" y="10"/>
                    </a:moveTo>
                    <a:cubicBezTo>
                      <a:pt x="232" y="0"/>
                      <a:pt x="203" y="2"/>
                      <a:pt x="176" y="12"/>
                    </a:cubicBezTo>
                    <a:cubicBezTo>
                      <a:pt x="163" y="17"/>
                      <a:pt x="151" y="25"/>
                      <a:pt x="141" y="35"/>
                    </a:cubicBezTo>
                    <a:cubicBezTo>
                      <a:pt x="125" y="48"/>
                      <a:pt x="109" y="52"/>
                      <a:pt x="90" y="58"/>
                    </a:cubicBezTo>
                    <a:cubicBezTo>
                      <a:pt x="30" y="78"/>
                      <a:pt x="0" y="139"/>
                      <a:pt x="20" y="199"/>
                    </a:cubicBezTo>
                    <a:cubicBezTo>
                      <a:pt x="37" y="251"/>
                      <a:pt x="91" y="287"/>
                      <a:pt x="146" y="283"/>
                    </a:cubicBezTo>
                    <a:cubicBezTo>
                      <a:pt x="206" y="280"/>
                      <a:pt x="272" y="243"/>
                      <a:pt x="307" y="192"/>
                    </a:cubicBezTo>
                    <a:cubicBezTo>
                      <a:pt x="327" y="162"/>
                      <a:pt x="330" y="125"/>
                      <a:pt x="321" y="90"/>
                    </a:cubicBezTo>
                    <a:cubicBezTo>
                      <a:pt x="313" y="54"/>
                      <a:pt x="294" y="24"/>
                      <a:pt x="260" y="10"/>
                    </a:cubicBezTo>
                    <a:cubicBezTo>
                      <a:pt x="255" y="9"/>
                      <a:pt x="253" y="16"/>
                      <a:pt x="257" y="17"/>
                    </a:cubicBezTo>
                    <a:cubicBezTo>
                      <a:pt x="292" y="32"/>
                      <a:pt x="308" y="63"/>
                      <a:pt x="316" y="99"/>
                    </a:cubicBezTo>
                    <a:cubicBezTo>
                      <a:pt x="323" y="134"/>
                      <a:pt x="316" y="169"/>
                      <a:pt x="294" y="197"/>
                    </a:cubicBezTo>
                    <a:cubicBezTo>
                      <a:pt x="274" y="223"/>
                      <a:pt x="244" y="243"/>
                      <a:pt x="214" y="257"/>
                    </a:cubicBezTo>
                    <a:cubicBezTo>
                      <a:pt x="182" y="273"/>
                      <a:pt x="145" y="281"/>
                      <a:pt x="109" y="273"/>
                    </a:cubicBezTo>
                    <a:cubicBezTo>
                      <a:pt x="43" y="257"/>
                      <a:pt x="0" y="176"/>
                      <a:pt x="32" y="114"/>
                    </a:cubicBezTo>
                    <a:cubicBezTo>
                      <a:pt x="39" y="100"/>
                      <a:pt x="50" y="89"/>
                      <a:pt x="63" y="80"/>
                    </a:cubicBezTo>
                    <a:cubicBezTo>
                      <a:pt x="79" y="67"/>
                      <a:pt x="100" y="64"/>
                      <a:pt x="119" y="57"/>
                    </a:cubicBezTo>
                    <a:cubicBezTo>
                      <a:pt x="133" y="53"/>
                      <a:pt x="143" y="42"/>
                      <a:pt x="154" y="33"/>
                    </a:cubicBezTo>
                    <a:cubicBezTo>
                      <a:pt x="168" y="22"/>
                      <a:pt x="186" y="15"/>
                      <a:pt x="204" y="12"/>
                    </a:cubicBezTo>
                    <a:cubicBezTo>
                      <a:pt x="222" y="9"/>
                      <a:pt x="240" y="11"/>
                      <a:pt x="257" y="17"/>
                    </a:cubicBezTo>
                    <a:cubicBezTo>
                      <a:pt x="262" y="19"/>
                      <a:pt x="264" y="12"/>
                      <a:pt x="260" y="1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4" name="Google Shape;84;p2">
                <a:extLst>
                  <a:ext uri="{FF2B5EF4-FFF2-40B4-BE49-F238E27FC236}">
                    <a16:creationId xmlns:a16="http://schemas.microsoft.com/office/drawing/2014/main" id="{EEE621CF-AE61-C50B-6A81-F7E1ED01068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68788" y="4662488"/>
                <a:ext cx="60325" cy="207963"/>
              </a:xfrm>
              <a:custGeom>
                <a:avLst/>
                <a:gdLst/>
                <a:ahLst/>
                <a:cxnLst/>
                <a:rect l="l" t="t" r="r" b="b"/>
                <a:pathLst>
                  <a:path w="22" h="76" extrusionOk="0">
                    <a:moveTo>
                      <a:pt x="5" y="2"/>
                    </a:moveTo>
                    <a:cubicBezTo>
                      <a:pt x="0" y="27"/>
                      <a:pt x="4" y="52"/>
                      <a:pt x="18" y="74"/>
                    </a:cubicBezTo>
                    <a:cubicBezTo>
                      <a:pt x="19" y="76"/>
                      <a:pt x="22" y="74"/>
                      <a:pt x="21" y="72"/>
                    </a:cubicBezTo>
                    <a:cubicBezTo>
                      <a:pt x="8" y="51"/>
                      <a:pt x="4" y="27"/>
                      <a:pt x="9" y="3"/>
                    </a:cubicBezTo>
                    <a:cubicBezTo>
                      <a:pt x="9" y="0"/>
                      <a:pt x="6" y="0"/>
                      <a:pt x="5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5" name="Google Shape;85;p2">
                <a:extLst>
                  <a:ext uri="{FF2B5EF4-FFF2-40B4-BE49-F238E27FC236}">
                    <a16:creationId xmlns:a16="http://schemas.microsoft.com/office/drawing/2014/main" id="{66ABB63C-ABC2-B4AC-CFD7-D494908E01F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329113" y="4894263"/>
                <a:ext cx="58737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22" h="21" extrusionOk="0">
                    <a:moveTo>
                      <a:pt x="1" y="4"/>
                    </a:moveTo>
                    <a:cubicBezTo>
                      <a:pt x="5" y="11"/>
                      <a:pt x="11" y="17"/>
                      <a:pt x="18" y="20"/>
                    </a:cubicBezTo>
                    <a:cubicBezTo>
                      <a:pt x="20" y="21"/>
                      <a:pt x="22" y="18"/>
                      <a:pt x="20" y="17"/>
                    </a:cubicBezTo>
                    <a:cubicBezTo>
                      <a:pt x="13" y="14"/>
                      <a:pt x="8" y="9"/>
                      <a:pt x="4" y="2"/>
                    </a:cubicBezTo>
                    <a:cubicBezTo>
                      <a:pt x="3" y="0"/>
                      <a:pt x="0" y="2"/>
                      <a:pt x="1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6" name="Google Shape;86;p2">
                <a:extLst>
                  <a:ext uri="{FF2B5EF4-FFF2-40B4-BE49-F238E27FC236}">
                    <a16:creationId xmlns:a16="http://schemas.microsoft.com/office/drawing/2014/main" id="{7241B504-7A90-8CAE-11BE-5AD442ABBA3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06900" y="4262438"/>
                <a:ext cx="84137" cy="198438"/>
              </a:xfrm>
              <a:custGeom>
                <a:avLst/>
                <a:gdLst/>
                <a:ahLst/>
                <a:cxnLst/>
                <a:rect l="l" t="t" r="r" b="b"/>
                <a:pathLst>
                  <a:path w="31" h="73" extrusionOk="0">
                    <a:moveTo>
                      <a:pt x="4" y="3"/>
                    </a:moveTo>
                    <a:cubicBezTo>
                      <a:pt x="0" y="26"/>
                      <a:pt x="3" y="58"/>
                      <a:pt x="26" y="71"/>
                    </a:cubicBezTo>
                    <a:cubicBezTo>
                      <a:pt x="28" y="73"/>
                      <a:pt x="31" y="69"/>
                      <a:pt x="28" y="67"/>
                    </a:cubicBezTo>
                    <a:cubicBezTo>
                      <a:pt x="8" y="55"/>
                      <a:pt x="5" y="25"/>
                      <a:pt x="9" y="3"/>
                    </a:cubicBezTo>
                    <a:cubicBezTo>
                      <a:pt x="9" y="0"/>
                      <a:pt x="5" y="0"/>
                      <a:pt x="4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7" name="Google Shape;87;p2">
                <a:extLst>
                  <a:ext uri="{FF2B5EF4-FFF2-40B4-BE49-F238E27FC236}">
                    <a16:creationId xmlns:a16="http://schemas.microsoft.com/office/drawing/2014/main" id="{622EDCA2-D04F-9EDE-F74A-CD996644100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10075" y="4257676"/>
                <a:ext cx="106362" cy="184150"/>
              </a:xfrm>
              <a:custGeom>
                <a:avLst/>
                <a:gdLst/>
                <a:ahLst/>
                <a:cxnLst/>
                <a:rect l="l" t="t" r="r" b="b"/>
                <a:pathLst>
                  <a:path w="39" h="68" extrusionOk="0">
                    <a:moveTo>
                      <a:pt x="5" y="8"/>
                    </a:moveTo>
                    <a:cubicBezTo>
                      <a:pt x="11" y="6"/>
                      <a:pt x="16" y="5"/>
                      <a:pt x="22" y="5"/>
                    </a:cubicBezTo>
                    <a:cubicBezTo>
                      <a:pt x="21" y="4"/>
                      <a:pt x="20" y="3"/>
                      <a:pt x="19" y="2"/>
                    </a:cubicBezTo>
                    <a:cubicBezTo>
                      <a:pt x="14" y="25"/>
                      <a:pt x="12" y="52"/>
                      <a:pt x="34" y="67"/>
                    </a:cubicBezTo>
                    <a:cubicBezTo>
                      <a:pt x="37" y="68"/>
                      <a:pt x="39" y="64"/>
                      <a:pt x="37" y="63"/>
                    </a:cubicBezTo>
                    <a:cubicBezTo>
                      <a:pt x="16" y="49"/>
                      <a:pt x="20" y="23"/>
                      <a:pt x="24" y="2"/>
                    </a:cubicBezTo>
                    <a:cubicBezTo>
                      <a:pt x="24" y="1"/>
                      <a:pt x="22" y="0"/>
                      <a:pt x="21" y="0"/>
                    </a:cubicBezTo>
                    <a:cubicBezTo>
                      <a:pt x="15" y="0"/>
                      <a:pt x="9" y="2"/>
                      <a:pt x="3" y="4"/>
                    </a:cubicBezTo>
                    <a:cubicBezTo>
                      <a:pt x="0" y="5"/>
                      <a:pt x="2" y="10"/>
                      <a:pt x="5" y="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8" name="Google Shape;88;p2">
                <a:extLst>
                  <a:ext uri="{FF2B5EF4-FFF2-40B4-BE49-F238E27FC236}">
                    <a16:creationId xmlns:a16="http://schemas.microsoft.com/office/drawing/2014/main" id="{1ED7467A-1539-EE23-605F-A11303E7582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329113" y="4311651"/>
                <a:ext cx="130175" cy="149225"/>
              </a:xfrm>
              <a:custGeom>
                <a:avLst/>
                <a:gdLst/>
                <a:ahLst/>
                <a:cxnLst/>
                <a:rect l="l" t="t" r="r" b="b"/>
                <a:pathLst>
                  <a:path w="48" h="55" extrusionOk="0">
                    <a:moveTo>
                      <a:pt x="42" y="50"/>
                    </a:moveTo>
                    <a:cubicBezTo>
                      <a:pt x="19" y="45"/>
                      <a:pt x="9" y="24"/>
                      <a:pt x="6" y="3"/>
                    </a:cubicBezTo>
                    <a:cubicBezTo>
                      <a:pt x="4" y="4"/>
                      <a:pt x="3" y="5"/>
                      <a:pt x="1" y="5"/>
                    </a:cubicBezTo>
                    <a:cubicBezTo>
                      <a:pt x="12" y="21"/>
                      <a:pt x="26" y="34"/>
                      <a:pt x="43" y="44"/>
                    </a:cubicBezTo>
                    <a:cubicBezTo>
                      <a:pt x="45" y="46"/>
                      <a:pt x="48" y="42"/>
                      <a:pt x="45" y="40"/>
                    </a:cubicBezTo>
                    <a:cubicBezTo>
                      <a:pt x="29" y="30"/>
                      <a:pt x="16" y="18"/>
                      <a:pt x="5" y="2"/>
                    </a:cubicBezTo>
                    <a:cubicBezTo>
                      <a:pt x="4" y="0"/>
                      <a:pt x="0" y="2"/>
                      <a:pt x="1" y="4"/>
                    </a:cubicBezTo>
                    <a:cubicBezTo>
                      <a:pt x="5" y="28"/>
                      <a:pt x="17" y="50"/>
                      <a:pt x="42" y="55"/>
                    </a:cubicBezTo>
                    <a:cubicBezTo>
                      <a:pt x="45" y="55"/>
                      <a:pt x="45" y="50"/>
                      <a:pt x="42" y="5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9" name="Google Shape;89;p2">
                <a:extLst>
                  <a:ext uri="{FF2B5EF4-FFF2-40B4-BE49-F238E27FC236}">
                    <a16:creationId xmlns:a16="http://schemas.microsoft.com/office/drawing/2014/main" id="{9118E488-9572-B769-3CC3-68C29B64D3B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14813" y="4410076"/>
                <a:ext cx="214312" cy="84138"/>
              </a:xfrm>
              <a:custGeom>
                <a:avLst/>
                <a:gdLst/>
                <a:ahLst/>
                <a:cxnLst/>
                <a:rect l="l" t="t" r="r" b="b"/>
                <a:pathLst>
                  <a:path w="79" h="31" extrusionOk="0">
                    <a:moveTo>
                      <a:pt x="76" y="17"/>
                    </a:moveTo>
                    <a:cubicBezTo>
                      <a:pt x="51" y="7"/>
                      <a:pt x="18" y="0"/>
                      <a:pt x="1" y="27"/>
                    </a:cubicBezTo>
                    <a:cubicBezTo>
                      <a:pt x="0" y="29"/>
                      <a:pt x="2" y="31"/>
                      <a:pt x="4" y="31"/>
                    </a:cubicBezTo>
                    <a:cubicBezTo>
                      <a:pt x="27" y="22"/>
                      <a:pt x="50" y="19"/>
                      <a:pt x="74" y="21"/>
                    </a:cubicBezTo>
                    <a:cubicBezTo>
                      <a:pt x="78" y="21"/>
                      <a:pt x="78" y="16"/>
                      <a:pt x="75" y="16"/>
                    </a:cubicBezTo>
                    <a:cubicBezTo>
                      <a:pt x="50" y="14"/>
                      <a:pt x="26" y="18"/>
                      <a:pt x="2" y="26"/>
                    </a:cubicBezTo>
                    <a:cubicBezTo>
                      <a:pt x="3" y="27"/>
                      <a:pt x="4" y="29"/>
                      <a:pt x="5" y="30"/>
                    </a:cubicBezTo>
                    <a:cubicBezTo>
                      <a:pt x="21" y="5"/>
                      <a:pt x="52" y="12"/>
                      <a:pt x="74" y="21"/>
                    </a:cubicBezTo>
                    <a:cubicBezTo>
                      <a:pt x="77" y="23"/>
                      <a:pt x="79" y="18"/>
                      <a:pt x="76" y="1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0" name="Google Shape;90;p2">
                <a:extLst>
                  <a:ext uri="{FF2B5EF4-FFF2-40B4-BE49-F238E27FC236}">
                    <a16:creationId xmlns:a16="http://schemas.microsoft.com/office/drawing/2014/main" id="{4BF9E944-8EA1-AC04-2A3B-6DF32D71AE7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91038" y="4251326"/>
                <a:ext cx="74612" cy="193675"/>
              </a:xfrm>
              <a:custGeom>
                <a:avLst/>
                <a:gdLst/>
                <a:ahLst/>
                <a:cxnLst/>
                <a:rect l="l" t="t" r="r" b="b"/>
                <a:pathLst>
                  <a:path w="27" h="71" extrusionOk="0">
                    <a:moveTo>
                      <a:pt x="6" y="67"/>
                    </a:moveTo>
                    <a:cubicBezTo>
                      <a:pt x="15" y="47"/>
                      <a:pt x="17" y="25"/>
                      <a:pt x="12" y="3"/>
                    </a:cubicBezTo>
                    <a:cubicBezTo>
                      <a:pt x="10" y="4"/>
                      <a:pt x="9" y="4"/>
                      <a:pt x="7" y="5"/>
                    </a:cubicBezTo>
                    <a:cubicBezTo>
                      <a:pt x="18" y="15"/>
                      <a:pt x="22" y="24"/>
                      <a:pt x="20" y="39"/>
                    </a:cubicBezTo>
                    <a:cubicBezTo>
                      <a:pt x="19" y="48"/>
                      <a:pt x="17" y="58"/>
                      <a:pt x="11" y="66"/>
                    </a:cubicBezTo>
                    <a:cubicBezTo>
                      <a:pt x="9" y="68"/>
                      <a:pt x="13" y="71"/>
                      <a:pt x="15" y="69"/>
                    </a:cubicBezTo>
                    <a:cubicBezTo>
                      <a:pt x="22" y="59"/>
                      <a:pt x="24" y="47"/>
                      <a:pt x="25" y="35"/>
                    </a:cubicBezTo>
                    <a:cubicBezTo>
                      <a:pt x="27" y="20"/>
                      <a:pt x="22" y="11"/>
                      <a:pt x="11" y="2"/>
                    </a:cubicBezTo>
                    <a:cubicBezTo>
                      <a:pt x="10" y="0"/>
                      <a:pt x="6" y="1"/>
                      <a:pt x="7" y="4"/>
                    </a:cubicBezTo>
                    <a:cubicBezTo>
                      <a:pt x="12" y="25"/>
                      <a:pt x="10" y="46"/>
                      <a:pt x="1" y="66"/>
                    </a:cubicBezTo>
                    <a:cubicBezTo>
                      <a:pt x="0" y="68"/>
                      <a:pt x="4" y="70"/>
                      <a:pt x="6" y="6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1" name="Google Shape;91;p2">
                <a:extLst>
                  <a:ext uri="{FF2B5EF4-FFF2-40B4-BE49-F238E27FC236}">
                    <a16:creationId xmlns:a16="http://schemas.microsoft.com/office/drawing/2014/main" id="{AAF33243-C9F8-293A-93CA-10811A2E3CA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32313" y="4240213"/>
                <a:ext cx="149225" cy="182563"/>
              </a:xfrm>
              <a:custGeom>
                <a:avLst/>
                <a:gdLst/>
                <a:ahLst/>
                <a:cxnLst/>
                <a:rect l="l" t="t" r="r" b="b"/>
                <a:pathLst>
                  <a:path w="55" h="67" extrusionOk="0">
                    <a:moveTo>
                      <a:pt x="5" y="64"/>
                    </a:moveTo>
                    <a:cubicBezTo>
                      <a:pt x="9" y="39"/>
                      <a:pt x="33" y="18"/>
                      <a:pt x="53" y="6"/>
                    </a:cubicBezTo>
                    <a:cubicBezTo>
                      <a:pt x="52" y="5"/>
                      <a:pt x="51" y="4"/>
                      <a:pt x="50" y="3"/>
                    </a:cubicBezTo>
                    <a:cubicBezTo>
                      <a:pt x="45" y="15"/>
                      <a:pt x="35" y="23"/>
                      <a:pt x="27" y="33"/>
                    </a:cubicBezTo>
                    <a:cubicBezTo>
                      <a:pt x="21" y="39"/>
                      <a:pt x="14" y="46"/>
                      <a:pt x="15" y="55"/>
                    </a:cubicBezTo>
                    <a:cubicBezTo>
                      <a:pt x="15" y="58"/>
                      <a:pt x="20" y="57"/>
                      <a:pt x="20" y="54"/>
                    </a:cubicBezTo>
                    <a:cubicBezTo>
                      <a:pt x="19" y="44"/>
                      <a:pt x="34" y="32"/>
                      <a:pt x="40" y="26"/>
                    </a:cubicBezTo>
                    <a:cubicBezTo>
                      <a:pt x="46" y="19"/>
                      <a:pt x="51" y="12"/>
                      <a:pt x="54" y="4"/>
                    </a:cubicBezTo>
                    <a:cubicBezTo>
                      <a:pt x="55" y="2"/>
                      <a:pt x="53" y="0"/>
                      <a:pt x="51" y="1"/>
                    </a:cubicBezTo>
                    <a:cubicBezTo>
                      <a:pt x="29" y="15"/>
                      <a:pt x="4" y="37"/>
                      <a:pt x="0" y="63"/>
                    </a:cubicBezTo>
                    <a:cubicBezTo>
                      <a:pt x="0" y="67"/>
                      <a:pt x="5" y="67"/>
                      <a:pt x="5" y="6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92" name="Google Shape;92;p2">
              <a:extLst>
                <a:ext uri="{FF2B5EF4-FFF2-40B4-BE49-F238E27FC236}">
                  <a16:creationId xmlns:a16="http://schemas.microsoft.com/office/drawing/2014/main" id="{8DCBC6FF-A4E4-D069-CA0B-9198A598D376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2636838" y="3954463"/>
              <a:ext cx="508000" cy="623888"/>
              <a:chOff x="2636838" y="3954463"/>
              <a:chExt cx="508000" cy="623888"/>
            </a:xfrm>
          </p:grpSpPr>
          <p:sp>
            <p:nvSpPr>
              <p:cNvPr id="93" name="Google Shape;93;p2">
                <a:extLst>
                  <a:ext uri="{FF2B5EF4-FFF2-40B4-BE49-F238E27FC236}">
                    <a16:creationId xmlns:a16="http://schemas.microsoft.com/office/drawing/2014/main" id="{82BE63BD-59CA-FDCA-8C0B-7C981947EB7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36838" y="3954463"/>
                <a:ext cx="506412" cy="411163"/>
              </a:xfrm>
              <a:custGeom>
                <a:avLst/>
                <a:gdLst/>
                <a:ahLst/>
                <a:cxnLst/>
                <a:rect l="l" t="t" r="r" b="b"/>
                <a:pathLst>
                  <a:path w="186" h="151" extrusionOk="0">
                    <a:moveTo>
                      <a:pt x="17" y="145"/>
                    </a:moveTo>
                    <a:cubicBezTo>
                      <a:pt x="6" y="125"/>
                      <a:pt x="10" y="98"/>
                      <a:pt x="16" y="77"/>
                    </a:cubicBezTo>
                    <a:cubicBezTo>
                      <a:pt x="23" y="51"/>
                      <a:pt x="39" y="36"/>
                      <a:pt x="62" y="25"/>
                    </a:cubicBezTo>
                    <a:cubicBezTo>
                      <a:pt x="114" y="0"/>
                      <a:pt x="171" y="35"/>
                      <a:pt x="180" y="89"/>
                    </a:cubicBezTo>
                    <a:cubicBezTo>
                      <a:pt x="180" y="93"/>
                      <a:pt x="186" y="91"/>
                      <a:pt x="185" y="88"/>
                    </a:cubicBezTo>
                    <a:cubicBezTo>
                      <a:pt x="181" y="61"/>
                      <a:pt x="166" y="39"/>
                      <a:pt x="145" y="24"/>
                    </a:cubicBezTo>
                    <a:cubicBezTo>
                      <a:pt x="120" y="7"/>
                      <a:pt x="90" y="7"/>
                      <a:pt x="63" y="18"/>
                    </a:cubicBezTo>
                    <a:cubicBezTo>
                      <a:pt x="38" y="28"/>
                      <a:pt x="21" y="44"/>
                      <a:pt x="12" y="70"/>
                    </a:cubicBezTo>
                    <a:cubicBezTo>
                      <a:pt x="4" y="93"/>
                      <a:pt x="0" y="125"/>
                      <a:pt x="12" y="148"/>
                    </a:cubicBezTo>
                    <a:cubicBezTo>
                      <a:pt x="14" y="151"/>
                      <a:pt x="19" y="148"/>
                      <a:pt x="17" y="14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4" name="Google Shape;94;p2">
                <a:extLst>
                  <a:ext uri="{FF2B5EF4-FFF2-40B4-BE49-F238E27FC236}">
                    <a16:creationId xmlns:a16="http://schemas.microsoft.com/office/drawing/2014/main" id="{C1532786-613D-79B9-C45C-551ECDBACCA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60650" y="4186238"/>
                <a:ext cx="482600" cy="177800"/>
              </a:xfrm>
              <a:custGeom>
                <a:avLst/>
                <a:gdLst/>
                <a:ahLst/>
                <a:cxnLst/>
                <a:rect l="l" t="t" r="r" b="b"/>
                <a:pathLst>
                  <a:path w="177" h="65" extrusionOk="0">
                    <a:moveTo>
                      <a:pt x="6" y="63"/>
                    </a:moveTo>
                    <a:cubicBezTo>
                      <a:pt x="55" y="29"/>
                      <a:pt x="114" y="9"/>
                      <a:pt x="173" y="6"/>
                    </a:cubicBezTo>
                    <a:cubicBezTo>
                      <a:pt x="177" y="6"/>
                      <a:pt x="177" y="0"/>
                      <a:pt x="173" y="0"/>
                    </a:cubicBezTo>
                    <a:cubicBezTo>
                      <a:pt x="113" y="3"/>
                      <a:pt x="53" y="24"/>
                      <a:pt x="3" y="58"/>
                    </a:cubicBezTo>
                    <a:cubicBezTo>
                      <a:pt x="0" y="60"/>
                      <a:pt x="3" y="65"/>
                      <a:pt x="6" y="6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5" name="Google Shape;95;p2">
                <a:extLst>
                  <a:ext uri="{FF2B5EF4-FFF2-40B4-BE49-F238E27FC236}">
                    <a16:creationId xmlns:a16="http://schemas.microsoft.com/office/drawing/2014/main" id="{E3CDD5DA-BEDA-29D5-6416-B3504A2D2BE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63825" y="4316413"/>
                <a:ext cx="204787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75" h="17" extrusionOk="0">
                    <a:moveTo>
                      <a:pt x="4" y="17"/>
                    </a:moveTo>
                    <a:cubicBezTo>
                      <a:pt x="28" y="17"/>
                      <a:pt x="49" y="12"/>
                      <a:pt x="71" y="6"/>
                    </a:cubicBezTo>
                    <a:cubicBezTo>
                      <a:pt x="75" y="5"/>
                      <a:pt x="74" y="0"/>
                      <a:pt x="70" y="1"/>
                    </a:cubicBezTo>
                    <a:cubicBezTo>
                      <a:pt x="48" y="6"/>
                      <a:pt x="27" y="11"/>
                      <a:pt x="4" y="11"/>
                    </a:cubicBezTo>
                    <a:cubicBezTo>
                      <a:pt x="0" y="11"/>
                      <a:pt x="0" y="17"/>
                      <a:pt x="4" y="1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6" name="Google Shape;96;p2">
                <a:extLst>
                  <a:ext uri="{FF2B5EF4-FFF2-40B4-BE49-F238E27FC236}">
                    <a16:creationId xmlns:a16="http://schemas.microsoft.com/office/drawing/2014/main" id="{EA08C694-1928-24F1-4593-6595BB9263C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79738" y="4186238"/>
                <a:ext cx="165100" cy="103188"/>
              </a:xfrm>
              <a:custGeom>
                <a:avLst/>
                <a:gdLst/>
                <a:ahLst/>
                <a:cxnLst/>
                <a:rect l="l" t="t" r="r" b="b"/>
                <a:pathLst>
                  <a:path w="61" h="38" extrusionOk="0">
                    <a:moveTo>
                      <a:pt x="54" y="2"/>
                    </a:moveTo>
                    <a:cubicBezTo>
                      <a:pt x="39" y="15"/>
                      <a:pt x="22" y="25"/>
                      <a:pt x="3" y="31"/>
                    </a:cubicBezTo>
                    <a:cubicBezTo>
                      <a:pt x="0" y="32"/>
                      <a:pt x="1" y="38"/>
                      <a:pt x="5" y="37"/>
                    </a:cubicBezTo>
                    <a:cubicBezTo>
                      <a:pt x="25" y="31"/>
                      <a:pt x="43" y="20"/>
                      <a:pt x="59" y="7"/>
                    </a:cubicBezTo>
                    <a:cubicBezTo>
                      <a:pt x="61" y="4"/>
                      <a:pt x="57" y="0"/>
                      <a:pt x="54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7" name="Google Shape;97;p2">
                <a:extLst>
                  <a:ext uri="{FF2B5EF4-FFF2-40B4-BE49-F238E27FC236}">
                    <a16:creationId xmlns:a16="http://schemas.microsoft.com/office/drawing/2014/main" id="{0BC1EBBF-639C-3CE5-55F7-B9E54B2E713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43213" y="4240213"/>
                <a:ext cx="254000" cy="338138"/>
              </a:xfrm>
              <a:custGeom>
                <a:avLst/>
                <a:gdLst/>
                <a:ahLst/>
                <a:cxnLst/>
                <a:rect l="l" t="t" r="r" b="b"/>
                <a:pathLst>
                  <a:path w="93" h="124" extrusionOk="0">
                    <a:moveTo>
                      <a:pt x="0" y="21"/>
                    </a:moveTo>
                    <a:cubicBezTo>
                      <a:pt x="6" y="46"/>
                      <a:pt x="10" y="73"/>
                      <a:pt x="21" y="96"/>
                    </a:cubicBezTo>
                    <a:cubicBezTo>
                      <a:pt x="28" y="109"/>
                      <a:pt x="40" y="124"/>
                      <a:pt x="57" y="122"/>
                    </a:cubicBezTo>
                    <a:cubicBezTo>
                      <a:pt x="75" y="119"/>
                      <a:pt x="93" y="100"/>
                      <a:pt x="89" y="81"/>
                    </a:cubicBezTo>
                    <a:cubicBezTo>
                      <a:pt x="86" y="68"/>
                      <a:pt x="79" y="57"/>
                      <a:pt x="74" y="46"/>
                    </a:cubicBezTo>
                    <a:cubicBezTo>
                      <a:pt x="66" y="32"/>
                      <a:pt x="59" y="18"/>
                      <a:pt x="51" y="4"/>
                    </a:cubicBezTo>
                    <a:cubicBezTo>
                      <a:pt x="49" y="0"/>
                      <a:pt x="44" y="3"/>
                      <a:pt x="46" y="7"/>
                    </a:cubicBezTo>
                    <a:cubicBezTo>
                      <a:pt x="56" y="25"/>
                      <a:pt x="66" y="43"/>
                      <a:pt x="75" y="62"/>
                    </a:cubicBezTo>
                    <a:cubicBezTo>
                      <a:pt x="81" y="74"/>
                      <a:pt x="86" y="85"/>
                      <a:pt x="80" y="98"/>
                    </a:cubicBezTo>
                    <a:cubicBezTo>
                      <a:pt x="76" y="107"/>
                      <a:pt x="64" y="115"/>
                      <a:pt x="54" y="116"/>
                    </a:cubicBezTo>
                    <a:cubicBezTo>
                      <a:pt x="37" y="117"/>
                      <a:pt x="27" y="95"/>
                      <a:pt x="22" y="82"/>
                    </a:cubicBezTo>
                    <a:cubicBezTo>
                      <a:pt x="15" y="62"/>
                      <a:pt x="11" y="40"/>
                      <a:pt x="6" y="19"/>
                    </a:cubicBezTo>
                    <a:cubicBezTo>
                      <a:pt x="5" y="16"/>
                      <a:pt x="0" y="17"/>
                      <a:pt x="0" y="2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8" name="Google Shape;98;p2">
                <a:extLst>
                  <a:ext uri="{FF2B5EF4-FFF2-40B4-BE49-F238E27FC236}">
                    <a16:creationId xmlns:a16="http://schemas.microsoft.com/office/drawing/2014/main" id="{35CDDF97-3097-583D-9640-64674B9CC45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41625" y="4246563"/>
                <a:ext cx="142875" cy="60325"/>
              </a:xfrm>
              <a:custGeom>
                <a:avLst/>
                <a:gdLst/>
                <a:ahLst/>
                <a:cxnLst/>
                <a:rect l="l" t="t" r="r" b="b"/>
                <a:pathLst>
                  <a:path w="53" h="22" extrusionOk="0">
                    <a:moveTo>
                      <a:pt x="7" y="20"/>
                    </a:moveTo>
                    <a:cubicBezTo>
                      <a:pt x="19" y="11"/>
                      <a:pt x="34" y="7"/>
                      <a:pt x="49" y="6"/>
                    </a:cubicBezTo>
                    <a:cubicBezTo>
                      <a:pt x="53" y="6"/>
                      <a:pt x="53" y="0"/>
                      <a:pt x="49" y="0"/>
                    </a:cubicBezTo>
                    <a:cubicBezTo>
                      <a:pt x="33" y="1"/>
                      <a:pt x="17" y="6"/>
                      <a:pt x="4" y="14"/>
                    </a:cubicBezTo>
                    <a:cubicBezTo>
                      <a:pt x="0" y="16"/>
                      <a:pt x="3" y="22"/>
                      <a:pt x="7" y="2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9" name="Google Shape;99;p2">
                <a:extLst>
                  <a:ext uri="{FF2B5EF4-FFF2-40B4-BE49-F238E27FC236}">
                    <a16:creationId xmlns:a16="http://schemas.microsoft.com/office/drawing/2014/main" id="{6DC37B75-6017-FA26-05E6-CB8F8F72169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92425" y="4349751"/>
                <a:ext cx="80962" cy="174625"/>
              </a:xfrm>
              <a:custGeom>
                <a:avLst/>
                <a:gdLst/>
                <a:ahLst/>
                <a:cxnLst/>
                <a:rect l="l" t="t" r="r" b="b"/>
                <a:pathLst>
                  <a:path w="30" h="64" extrusionOk="0">
                    <a:moveTo>
                      <a:pt x="0" y="2"/>
                    </a:moveTo>
                    <a:cubicBezTo>
                      <a:pt x="3" y="25"/>
                      <a:pt x="12" y="45"/>
                      <a:pt x="27" y="63"/>
                    </a:cubicBezTo>
                    <a:cubicBezTo>
                      <a:pt x="28" y="64"/>
                      <a:pt x="30" y="62"/>
                      <a:pt x="29" y="61"/>
                    </a:cubicBezTo>
                    <a:cubicBezTo>
                      <a:pt x="14" y="44"/>
                      <a:pt x="5" y="24"/>
                      <a:pt x="3" y="2"/>
                    </a:cubicBezTo>
                    <a:cubicBezTo>
                      <a:pt x="3" y="0"/>
                      <a:pt x="0" y="0"/>
                      <a:pt x="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0" name="Google Shape;100;p2">
                <a:extLst>
                  <a:ext uri="{FF2B5EF4-FFF2-40B4-BE49-F238E27FC236}">
                    <a16:creationId xmlns:a16="http://schemas.microsoft.com/office/drawing/2014/main" id="{B93F69DC-534B-36D9-3388-9C1C515D432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81313" y="4319588"/>
                <a:ext cx="14287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5" h="9" extrusionOk="0">
                    <a:moveTo>
                      <a:pt x="1" y="3"/>
                    </a:moveTo>
                    <a:cubicBezTo>
                      <a:pt x="1" y="4"/>
                      <a:pt x="1" y="6"/>
                      <a:pt x="2" y="7"/>
                    </a:cubicBezTo>
                    <a:cubicBezTo>
                      <a:pt x="2" y="9"/>
                      <a:pt x="5" y="8"/>
                      <a:pt x="4" y="6"/>
                    </a:cubicBezTo>
                    <a:cubicBezTo>
                      <a:pt x="4" y="5"/>
                      <a:pt x="4" y="4"/>
                      <a:pt x="3" y="2"/>
                    </a:cubicBezTo>
                    <a:cubicBezTo>
                      <a:pt x="3" y="0"/>
                      <a:pt x="0" y="1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1" name="Google Shape;101;p2">
                <a:extLst>
                  <a:ext uri="{FF2B5EF4-FFF2-40B4-BE49-F238E27FC236}">
                    <a16:creationId xmlns:a16="http://schemas.microsoft.com/office/drawing/2014/main" id="{7E713C26-E061-FCDF-D13F-86B105A176E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32100" y="4265613"/>
                <a:ext cx="49212" cy="23813"/>
              </a:xfrm>
              <a:custGeom>
                <a:avLst/>
                <a:gdLst/>
                <a:ahLst/>
                <a:cxnLst/>
                <a:rect l="l" t="t" r="r" b="b"/>
                <a:pathLst>
                  <a:path w="18" h="9" extrusionOk="0">
                    <a:moveTo>
                      <a:pt x="2" y="3"/>
                    </a:moveTo>
                    <a:cubicBezTo>
                      <a:pt x="7" y="3"/>
                      <a:pt x="11" y="5"/>
                      <a:pt x="15" y="8"/>
                    </a:cubicBezTo>
                    <a:cubicBezTo>
                      <a:pt x="17" y="9"/>
                      <a:pt x="18" y="6"/>
                      <a:pt x="17" y="5"/>
                    </a:cubicBezTo>
                    <a:cubicBezTo>
                      <a:pt x="12" y="2"/>
                      <a:pt x="7" y="0"/>
                      <a:pt x="2" y="0"/>
                    </a:cubicBezTo>
                    <a:cubicBezTo>
                      <a:pt x="0" y="0"/>
                      <a:pt x="0" y="3"/>
                      <a:pt x="2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2" name="Google Shape;102;p2">
                <a:extLst>
                  <a:ext uri="{FF2B5EF4-FFF2-40B4-BE49-F238E27FC236}">
                    <a16:creationId xmlns:a16="http://schemas.microsoft.com/office/drawing/2014/main" id="{290BDC0D-8639-E292-3CD8-9527226FF29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754313" y="4289426"/>
                <a:ext cx="106362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39" h="7" extrusionOk="0">
                    <a:moveTo>
                      <a:pt x="2" y="6"/>
                    </a:moveTo>
                    <a:cubicBezTo>
                      <a:pt x="13" y="4"/>
                      <a:pt x="25" y="3"/>
                      <a:pt x="36" y="5"/>
                    </a:cubicBezTo>
                    <a:cubicBezTo>
                      <a:pt x="38" y="6"/>
                      <a:pt x="39" y="3"/>
                      <a:pt x="37" y="3"/>
                    </a:cubicBezTo>
                    <a:cubicBezTo>
                      <a:pt x="25" y="0"/>
                      <a:pt x="13" y="1"/>
                      <a:pt x="1" y="4"/>
                    </a:cubicBezTo>
                    <a:cubicBezTo>
                      <a:pt x="0" y="4"/>
                      <a:pt x="0" y="7"/>
                      <a:pt x="2" y="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3" name="Google Shape;103;p2">
                <a:extLst>
                  <a:ext uri="{FF2B5EF4-FFF2-40B4-BE49-F238E27FC236}">
                    <a16:creationId xmlns:a16="http://schemas.microsoft.com/office/drawing/2014/main" id="{C5F036E3-D6DC-C334-FF3F-B322D4E543E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736850" y="4306888"/>
                <a:ext cx="117475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43" h="18" extrusionOk="0">
                    <a:moveTo>
                      <a:pt x="3" y="17"/>
                    </a:moveTo>
                    <a:cubicBezTo>
                      <a:pt x="15" y="10"/>
                      <a:pt x="27" y="6"/>
                      <a:pt x="41" y="4"/>
                    </a:cubicBezTo>
                    <a:cubicBezTo>
                      <a:pt x="43" y="3"/>
                      <a:pt x="42" y="0"/>
                      <a:pt x="40" y="1"/>
                    </a:cubicBezTo>
                    <a:cubicBezTo>
                      <a:pt x="26" y="3"/>
                      <a:pt x="13" y="8"/>
                      <a:pt x="1" y="15"/>
                    </a:cubicBezTo>
                    <a:cubicBezTo>
                      <a:pt x="0" y="15"/>
                      <a:pt x="1" y="18"/>
                      <a:pt x="3" y="1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4" name="Google Shape;104;p2">
                <a:extLst>
                  <a:ext uri="{FF2B5EF4-FFF2-40B4-BE49-F238E27FC236}">
                    <a16:creationId xmlns:a16="http://schemas.microsoft.com/office/drawing/2014/main" id="{44880369-296E-A137-6D5B-8FAC02442D8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00363" y="4238626"/>
                <a:ext cx="7937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3" h="12" extrusionOk="0">
                    <a:moveTo>
                      <a:pt x="3" y="10"/>
                    </a:moveTo>
                    <a:cubicBezTo>
                      <a:pt x="3" y="7"/>
                      <a:pt x="3" y="5"/>
                      <a:pt x="3" y="2"/>
                    </a:cubicBezTo>
                    <a:cubicBezTo>
                      <a:pt x="3" y="0"/>
                      <a:pt x="0" y="0"/>
                      <a:pt x="0" y="2"/>
                    </a:cubicBezTo>
                    <a:cubicBezTo>
                      <a:pt x="0" y="5"/>
                      <a:pt x="0" y="7"/>
                      <a:pt x="0" y="10"/>
                    </a:cubicBezTo>
                    <a:cubicBezTo>
                      <a:pt x="0" y="12"/>
                      <a:pt x="3" y="12"/>
                      <a:pt x="3" y="1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5" name="Google Shape;105;p2">
                <a:extLst>
                  <a:ext uri="{FF2B5EF4-FFF2-40B4-BE49-F238E27FC236}">
                    <a16:creationId xmlns:a16="http://schemas.microsoft.com/office/drawing/2014/main" id="{A3E30CAD-1851-7BA1-1804-BEC9D57A867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33700" y="4221163"/>
                <a:ext cx="20637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8" h="14" extrusionOk="0">
                    <a:moveTo>
                      <a:pt x="3" y="12"/>
                    </a:moveTo>
                    <a:cubicBezTo>
                      <a:pt x="4" y="9"/>
                      <a:pt x="5" y="6"/>
                      <a:pt x="7" y="3"/>
                    </a:cubicBezTo>
                    <a:cubicBezTo>
                      <a:pt x="8" y="1"/>
                      <a:pt x="5" y="0"/>
                      <a:pt x="4" y="2"/>
                    </a:cubicBezTo>
                    <a:cubicBezTo>
                      <a:pt x="2" y="5"/>
                      <a:pt x="1" y="8"/>
                      <a:pt x="0" y="11"/>
                    </a:cubicBezTo>
                    <a:cubicBezTo>
                      <a:pt x="0" y="13"/>
                      <a:pt x="3" y="14"/>
                      <a:pt x="3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6" name="Google Shape;106;p2">
                <a:extLst>
                  <a:ext uri="{FF2B5EF4-FFF2-40B4-BE49-F238E27FC236}">
                    <a16:creationId xmlns:a16="http://schemas.microsoft.com/office/drawing/2014/main" id="{87EF06F2-7023-A9D5-2950-30EAFFFA316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73388" y="4246563"/>
                <a:ext cx="82550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30" h="7" extrusionOk="0">
                    <a:moveTo>
                      <a:pt x="2" y="7"/>
                    </a:moveTo>
                    <a:cubicBezTo>
                      <a:pt x="11" y="6"/>
                      <a:pt x="20" y="5"/>
                      <a:pt x="28" y="4"/>
                    </a:cubicBezTo>
                    <a:cubicBezTo>
                      <a:pt x="30" y="3"/>
                      <a:pt x="29" y="0"/>
                      <a:pt x="28" y="1"/>
                    </a:cubicBezTo>
                    <a:cubicBezTo>
                      <a:pt x="19" y="2"/>
                      <a:pt x="10" y="3"/>
                      <a:pt x="2" y="4"/>
                    </a:cubicBezTo>
                    <a:cubicBezTo>
                      <a:pt x="0" y="4"/>
                      <a:pt x="0" y="7"/>
                      <a:pt x="2" y="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7" name="Google Shape;107;p2">
                <a:extLst>
                  <a:ext uri="{FF2B5EF4-FFF2-40B4-BE49-F238E27FC236}">
                    <a16:creationId xmlns:a16="http://schemas.microsoft.com/office/drawing/2014/main" id="{467D1553-5683-817F-FF15-8558D291B89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74938" y="4183063"/>
                <a:ext cx="23812" cy="109538"/>
              </a:xfrm>
              <a:custGeom>
                <a:avLst/>
                <a:gdLst/>
                <a:ahLst/>
                <a:cxnLst/>
                <a:rect l="l" t="t" r="r" b="b"/>
                <a:pathLst>
                  <a:path w="9" h="40" extrusionOk="0">
                    <a:moveTo>
                      <a:pt x="5" y="2"/>
                    </a:moveTo>
                    <a:cubicBezTo>
                      <a:pt x="3" y="14"/>
                      <a:pt x="0" y="26"/>
                      <a:pt x="3" y="38"/>
                    </a:cubicBezTo>
                    <a:cubicBezTo>
                      <a:pt x="4" y="40"/>
                      <a:pt x="7" y="39"/>
                      <a:pt x="6" y="38"/>
                    </a:cubicBezTo>
                    <a:cubicBezTo>
                      <a:pt x="3" y="26"/>
                      <a:pt x="6" y="14"/>
                      <a:pt x="8" y="3"/>
                    </a:cubicBezTo>
                    <a:cubicBezTo>
                      <a:pt x="9" y="1"/>
                      <a:pt x="6" y="0"/>
                      <a:pt x="5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8" name="Google Shape;108;p2">
                <a:extLst>
                  <a:ext uri="{FF2B5EF4-FFF2-40B4-BE49-F238E27FC236}">
                    <a16:creationId xmlns:a16="http://schemas.microsoft.com/office/drawing/2014/main" id="{890EB953-E192-ECB8-343A-045E8BCA9FA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93988" y="4140201"/>
                <a:ext cx="22225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8" h="12" extrusionOk="0">
                    <a:moveTo>
                      <a:pt x="4" y="2"/>
                    </a:moveTo>
                    <a:cubicBezTo>
                      <a:pt x="3" y="4"/>
                      <a:pt x="1" y="7"/>
                      <a:pt x="1" y="10"/>
                    </a:cubicBezTo>
                    <a:cubicBezTo>
                      <a:pt x="0" y="12"/>
                      <a:pt x="3" y="12"/>
                      <a:pt x="3" y="11"/>
                    </a:cubicBezTo>
                    <a:cubicBezTo>
                      <a:pt x="4" y="8"/>
                      <a:pt x="5" y="6"/>
                      <a:pt x="7" y="3"/>
                    </a:cubicBezTo>
                    <a:cubicBezTo>
                      <a:pt x="8" y="2"/>
                      <a:pt x="5" y="0"/>
                      <a:pt x="4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9" name="Google Shape;109;p2">
                <a:extLst>
                  <a:ext uri="{FF2B5EF4-FFF2-40B4-BE49-F238E27FC236}">
                    <a16:creationId xmlns:a16="http://schemas.microsoft.com/office/drawing/2014/main" id="{B00894EE-0A33-B3FB-15A0-3AF54D6BB13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65450" y="4202113"/>
                <a:ext cx="93662" cy="55563"/>
              </a:xfrm>
              <a:custGeom>
                <a:avLst/>
                <a:gdLst/>
                <a:ahLst/>
                <a:cxnLst/>
                <a:rect l="l" t="t" r="r" b="b"/>
                <a:pathLst>
                  <a:path w="34" h="20" extrusionOk="0">
                    <a:moveTo>
                      <a:pt x="3" y="19"/>
                    </a:moveTo>
                    <a:cubicBezTo>
                      <a:pt x="11" y="11"/>
                      <a:pt x="21" y="6"/>
                      <a:pt x="32" y="3"/>
                    </a:cubicBezTo>
                    <a:cubicBezTo>
                      <a:pt x="34" y="3"/>
                      <a:pt x="33" y="0"/>
                      <a:pt x="31" y="0"/>
                    </a:cubicBezTo>
                    <a:cubicBezTo>
                      <a:pt x="20" y="4"/>
                      <a:pt x="9" y="8"/>
                      <a:pt x="1" y="17"/>
                    </a:cubicBezTo>
                    <a:cubicBezTo>
                      <a:pt x="0" y="18"/>
                      <a:pt x="2" y="20"/>
                      <a:pt x="3" y="1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0" name="Google Shape;110;p2">
                <a:extLst>
                  <a:ext uri="{FF2B5EF4-FFF2-40B4-BE49-F238E27FC236}">
                    <a16:creationId xmlns:a16="http://schemas.microsoft.com/office/drawing/2014/main" id="{CF68510D-C5C0-8C5A-7737-C70CA19F7AD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17838" y="4052888"/>
                <a:ext cx="87312" cy="119063"/>
              </a:xfrm>
              <a:custGeom>
                <a:avLst/>
                <a:gdLst/>
                <a:ahLst/>
                <a:cxnLst/>
                <a:rect l="l" t="t" r="r" b="b"/>
                <a:pathLst>
                  <a:path w="32" h="44" extrusionOk="0">
                    <a:moveTo>
                      <a:pt x="1" y="3"/>
                    </a:moveTo>
                    <a:cubicBezTo>
                      <a:pt x="14" y="13"/>
                      <a:pt x="23" y="27"/>
                      <a:pt x="28" y="42"/>
                    </a:cubicBezTo>
                    <a:cubicBezTo>
                      <a:pt x="29" y="44"/>
                      <a:pt x="32" y="43"/>
                      <a:pt x="31" y="41"/>
                    </a:cubicBezTo>
                    <a:cubicBezTo>
                      <a:pt x="26" y="25"/>
                      <a:pt x="16" y="12"/>
                      <a:pt x="3" y="1"/>
                    </a:cubicBezTo>
                    <a:cubicBezTo>
                      <a:pt x="2" y="0"/>
                      <a:pt x="0" y="2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1" name="Google Shape;111;p2">
                <a:extLst>
                  <a:ext uri="{FF2B5EF4-FFF2-40B4-BE49-F238E27FC236}">
                    <a16:creationId xmlns:a16="http://schemas.microsoft.com/office/drawing/2014/main" id="{A86B13C4-3DA8-2AFC-FD53-4D4E7998E5E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09900" y="4494213"/>
                <a:ext cx="30162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11" h="13" extrusionOk="0">
                    <a:moveTo>
                      <a:pt x="2" y="12"/>
                    </a:moveTo>
                    <a:cubicBezTo>
                      <a:pt x="7" y="11"/>
                      <a:pt x="11" y="7"/>
                      <a:pt x="11" y="2"/>
                    </a:cubicBezTo>
                    <a:cubicBezTo>
                      <a:pt x="11" y="0"/>
                      <a:pt x="8" y="0"/>
                      <a:pt x="8" y="2"/>
                    </a:cubicBezTo>
                    <a:cubicBezTo>
                      <a:pt x="8" y="6"/>
                      <a:pt x="5" y="9"/>
                      <a:pt x="2" y="10"/>
                    </a:cubicBezTo>
                    <a:cubicBezTo>
                      <a:pt x="0" y="10"/>
                      <a:pt x="1" y="13"/>
                      <a:pt x="2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12" name="Google Shape;112;p2">
              <a:extLst>
                <a:ext uri="{FF2B5EF4-FFF2-40B4-BE49-F238E27FC236}">
                  <a16:creationId xmlns:a16="http://schemas.microsoft.com/office/drawing/2014/main" id="{6E71BFA0-2950-6FCE-FF20-58B77E0CF6D1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5054600" y="4859338"/>
              <a:ext cx="1117600" cy="620713"/>
              <a:chOff x="5054600" y="4859338"/>
              <a:chExt cx="1117600" cy="620713"/>
            </a:xfrm>
          </p:grpSpPr>
          <p:sp>
            <p:nvSpPr>
              <p:cNvPr id="113" name="Google Shape;113;p2">
                <a:extLst>
                  <a:ext uri="{FF2B5EF4-FFF2-40B4-BE49-F238E27FC236}">
                    <a16:creationId xmlns:a16="http://schemas.microsoft.com/office/drawing/2014/main" id="{175400DC-7EF6-6419-BC04-959EEB5C1B1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32475" y="4970463"/>
                <a:ext cx="339725" cy="319088"/>
              </a:xfrm>
              <a:custGeom>
                <a:avLst/>
                <a:gdLst/>
                <a:ahLst/>
                <a:cxnLst/>
                <a:rect l="l" t="t" r="r" b="b"/>
                <a:pathLst>
                  <a:path w="125" h="117" extrusionOk="0">
                    <a:moveTo>
                      <a:pt x="11" y="13"/>
                    </a:moveTo>
                    <a:cubicBezTo>
                      <a:pt x="23" y="9"/>
                      <a:pt x="36" y="7"/>
                      <a:pt x="49" y="8"/>
                    </a:cubicBezTo>
                    <a:cubicBezTo>
                      <a:pt x="56" y="8"/>
                      <a:pt x="62" y="10"/>
                      <a:pt x="68" y="13"/>
                    </a:cubicBezTo>
                    <a:cubicBezTo>
                      <a:pt x="73" y="16"/>
                      <a:pt x="78" y="22"/>
                      <a:pt x="78" y="29"/>
                    </a:cubicBezTo>
                    <a:cubicBezTo>
                      <a:pt x="87" y="20"/>
                      <a:pt x="95" y="11"/>
                      <a:pt x="101" y="0"/>
                    </a:cubicBezTo>
                    <a:cubicBezTo>
                      <a:pt x="109" y="5"/>
                      <a:pt x="117" y="9"/>
                      <a:pt x="125" y="14"/>
                    </a:cubicBezTo>
                    <a:cubicBezTo>
                      <a:pt x="112" y="24"/>
                      <a:pt x="98" y="32"/>
                      <a:pt x="83" y="39"/>
                    </a:cubicBezTo>
                    <a:cubicBezTo>
                      <a:pt x="90" y="52"/>
                      <a:pt x="90" y="67"/>
                      <a:pt x="85" y="81"/>
                    </a:cubicBezTo>
                    <a:cubicBezTo>
                      <a:pt x="80" y="94"/>
                      <a:pt x="72" y="106"/>
                      <a:pt x="63" y="117"/>
                    </a:cubicBezTo>
                    <a:cubicBezTo>
                      <a:pt x="60" y="104"/>
                      <a:pt x="61" y="91"/>
                      <a:pt x="66" y="79"/>
                    </a:cubicBezTo>
                    <a:cubicBezTo>
                      <a:pt x="59" y="82"/>
                      <a:pt x="52" y="85"/>
                      <a:pt x="45" y="88"/>
                    </a:cubicBezTo>
                    <a:cubicBezTo>
                      <a:pt x="47" y="75"/>
                      <a:pt x="50" y="63"/>
                      <a:pt x="55" y="51"/>
                    </a:cubicBezTo>
                    <a:cubicBezTo>
                      <a:pt x="46" y="57"/>
                      <a:pt x="36" y="61"/>
                      <a:pt x="25" y="63"/>
                    </a:cubicBezTo>
                    <a:cubicBezTo>
                      <a:pt x="27" y="53"/>
                      <a:pt x="30" y="44"/>
                      <a:pt x="34" y="36"/>
                    </a:cubicBezTo>
                    <a:cubicBezTo>
                      <a:pt x="21" y="32"/>
                      <a:pt x="9" y="24"/>
                      <a:pt x="0" y="14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4" name="Google Shape;114;p2">
                <a:extLst>
                  <a:ext uri="{FF2B5EF4-FFF2-40B4-BE49-F238E27FC236}">
                    <a16:creationId xmlns:a16="http://schemas.microsoft.com/office/drawing/2014/main" id="{43E2E6D6-6FD2-ADF2-63BB-9DE30A7A5E6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054600" y="4859338"/>
                <a:ext cx="954087" cy="620713"/>
              </a:xfrm>
              <a:custGeom>
                <a:avLst/>
                <a:gdLst/>
                <a:ahLst/>
                <a:cxnLst/>
                <a:rect l="l" t="t" r="r" b="b"/>
                <a:pathLst>
                  <a:path w="351" h="228" extrusionOk="0">
                    <a:moveTo>
                      <a:pt x="351" y="134"/>
                    </a:moveTo>
                    <a:cubicBezTo>
                      <a:pt x="336" y="153"/>
                      <a:pt x="312" y="169"/>
                      <a:pt x="298" y="178"/>
                    </a:cubicBezTo>
                    <a:cubicBezTo>
                      <a:pt x="263" y="201"/>
                      <a:pt x="223" y="214"/>
                      <a:pt x="182" y="217"/>
                    </a:cubicBezTo>
                    <a:cubicBezTo>
                      <a:pt x="180" y="217"/>
                      <a:pt x="179" y="218"/>
                      <a:pt x="177" y="218"/>
                    </a:cubicBezTo>
                    <a:cubicBezTo>
                      <a:pt x="104" y="220"/>
                      <a:pt x="26" y="178"/>
                      <a:pt x="14" y="101"/>
                    </a:cubicBezTo>
                    <a:cubicBezTo>
                      <a:pt x="8" y="67"/>
                      <a:pt x="29" y="36"/>
                      <a:pt x="58" y="21"/>
                    </a:cubicBezTo>
                    <a:cubicBezTo>
                      <a:pt x="90" y="3"/>
                      <a:pt x="125" y="18"/>
                      <a:pt x="155" y="34"/>
                    </a:cubicBezTo>
                    <a:cubicBezTo>
                      <a:pt x="186" y="51"/>
                      <a:pt x="218" y="67"/>
                      <a:pt x="253" y="73"/>
                    </a:cubicBezTo>
                    <a:cubicBezTo>
                      <a:pt x="270" y="76"/>
                      <a:pt x="287" y="76"/>
                      <a:pt x="304" y="73"/>
                    </a:cubicBezTo>
                    <a:cubicBezTo>
                      <a:pt x="306" y="72"/>
                      <a:pt x="308" y="72"/>
                      <a:pt x="311" y="71"/>
                    </a:cubicBezTo>
                    <a:cubicBezTo>
                      <a:pt x="308" y="70"/>
                      <a:pt x="305" y="68"/>
                      <a:pt x="302" y="67"/>
                    </a:cubicBezTo>
                    <a:cubicBezTo>
                      <a:pt x="301" y="67"/>
                      <a:pt x="300" y="66"/>
                      <a:pt x="299" y="65"/>
                    </a:cubicBezTo>
                    <a:cubicBezTo>
                      <a:pt x="281" y="68"/>
                      <a:pt x="263" y="67"/>
                      <a:pt x="246" y="63"/>
                    </a:cubicBezTo>
                    <a:cubicBezTo>
                      <a:pt x="209" y="56"/>
                      <a:pt x="176" y="36"/>
                      <a:pt x="143" y="19"/>
                    </a:cubicBezTo>
                    <a:cubicBezTo>
                      <a:pt x="118" y="6"/>
                      <a:pt x="89" y="0"/>
                      <a:pt x="62" y="10"/>
                    </a:cubicBezTo>
                    <a:cubicBezTo>
                      <a:pt x="37" y="19"/>
                      <a:pt x="16" y="42"/>
                      <a:pt x="8" y="68"/>
                    </a:cubicBezTo>
                    <a:cubicBezTo>
                      <a:pt x="0" y="94"/>
                      <a:pt x="9" y="123"/>
                      <a:pt x="22" y="146"/>
                    </a:cubicBezTo>
                    <a:cubicBezTo>
                      <a:pt x="53" y="203"/>
                      <a:pt x="116" y="228"/>
                      <a:pt x="178" y="226"/>
                    </a:cubicBezTo>
                    <a:cubicBezTo>
                      <a:pt x="216" y="224"/>
                      <a:pt x="252" y="213"/>
                      <a:pt x="286" y="195"/>
                    </a:cubicBezTo>
                    <a:cubicBezTo>
                      <a:pt x="308" y="183"/>
                      <a:pt x="332" y="167"/>
                      <a:pt x="350" y="147"/>
                    </a:cubicBezTo>
                    <a:cubicBezTo>
                      <a:pt x="349" y="143"/>
                      <a:pt x="350" y="138"/>
                      <a:pt x="351" y="13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5" name="Google Shape;115;p2">
                <a:extLst>
                  <a:ext uri="{FF2B5EF4-FFF2-40B4-BE49-F238E27FC236}">
                    <a16:creationId xmlns:a16="http://schemas.microsoft.com/office/drawing/2014/main" id="{E07E85E0-B402-99C8-EFB0-4C0970FBF76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37238" y="4965701"/>
                <a:ext cx="215900" cy="87313"/>
              </a:xfrm>
              <a:custGeom>
                <a:avLst/>
                <a:gdLst/>
                <a:ahLst/>
                <a:cxnLst/>
                <a:rect l="l" t="t" r="r" b="b"/>
                <a:pathLst>
                  <a:path w="79" h="32" extrusionOk="0">
                    <a:moveTo>
                      <a:pt x="78" y="28"/>
                    </a:moveTo>
                    <a:cubicBezTo>
                      <a:pt x="64" y="0"/>
                      <a:pt x="25" y="11"/>
                      <a:pt x="2" y="21"/>
                    </a:cubicBezTo>
                    <a:cubicBezTo>
                      <a:pt x="0" y="22"/>
                      <a:pt x="1" y="26"/>
                      <a:pt x="4" y="25"/>
                    </a:cubicBezTo>
                    <a:cubicBezTo>
                      <a:pt x="23" y="16"/>
                      <a:pt x="62" y="4"/>
                      <a:pt x="74" y="29"/>
                    </a:cubicBezTo>
                    <a:cubicBezTo>
                      <a:pt x="75" y="32"/>
                      <a:pt x="79" y="30"/>
                      <a:pt x="78" y="2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6" name="Google Shape;116;p2">
                <a:extLst>
                  <a:ext uri="{FF2B5EF4-FFF2-40B4-BE49-F238E27FC236}">
                    <a16:creationId xmlns:a16="http://schemas.microsoft.com/office/drawing/2014/main" id="{BC6A9363-8D5E-D4C3-4721-4BCAFBE3B77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32475" y="5019676"/>
                <a:ext cx="100012" cy="52388"/>
              </a:xfrm>
              <a:custGeom>
                <a:avLst/>
                <a:gdLst/>
                <a:ahLst/>
                <a:cxnLst/>
                <a:rect l="l" t="t" r="r" b="b"/>
                <a:pathLst>
                  <a:path w="37" h="19" extrusionOk="0">
                    <a:moveTo>
                      <a:pt x="3" y="5"/>
                    </a:moveTo>
                    <a:cubicBezTo>
                      <a:pt x="12" y="11"/>
                      <a:pt x="22" y="16"/>
                      <a:pt x="33" y="18"/>
                    </a:cubicBezTo>
                    <a:cubicBezTo>
                      <a:pt x="35" y="19"/>
                      <a:pt x="37" y="15"/>
                      <a:pt x="34" y="15"/>
                    </a:cubicBezTo>
                    <a:cubicBezTo>
                      <a:pt x="24" y="12"/>
                      <a:pt x="14" y="8"/>
                      <a:pt x="5" y="1"/>
                    </a:cubicBezTo>
                    <a:cubicBezTo>
                      <a:pt x="3" y="0"/>
                      <a:pt x="0" y="3"/>
                      <a:pt x="3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7" name="Google Shape;117;p2">
                <a:extLst>
                  <a:ext uri="{FF2B5EF4-FFF2-40B4-BE49-F238E27FC236}">
                    <a16:creationId xmlns:a16="http://schemas.microsoft.com/office/drawing/2014/main" id="{13D59CA0-46FA-0B52-643A-3F0F74374BE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057900" y="4984751"/>
                <a:ext cx="106362" cy="92075"/>
              </a:xfrm>
              <a:custGeom>
                <a:avLst/>
                <a:gdLst/>
                <a:ahLst/>
                <a:cxnLst/>
                <a:rect l="l" t="t" r="r" b="b"/>
                <a:pathLst>
                  <a:path w="39" h="34" extrusionOk="0">
                    <a:moveTo>
                      <a:pt x="20" y="5"/>
                    </a:moveTo>
                    <a:cubicBezTo>
                      <a:pt x="26" y="7"/>
                      <a:pt x="31" y="10"/>
                      <a:pt x="36" y="13"/>
                    </a:cubicBezTo>
                    <a:cubicBezTo>
                      <a:pt x="36" y="12"/>
                      <a:pt x="36" y="11"/>
                      <a:pt x="36" y="10"/>
                    </a:cubicBezTo>
                    <a:cubicBezTo>
                      <a:pt x="26" y="19"/>
                      <a:pt x="15" y="26"/>
                      <a:pt x="2" y="29"/>
                    </a:cubicBezTo>
                    <a:cubicBezTo>
                      <a:pt x="0" y="30"/>
                      <a:pt x="1" y="34"/>
                      <a:pt x="4" y="33"/>
                    </a:cubicBezTo>
                    <a:cubicBezTo>
                      <a:pt x="17" y="29"/>
                      <a:pt x="29" y="23"/>
                      <a:pt x="38" y="13"/>
                    </a:cubicBezTo>
                    <a:cubicBezTo>
                      <a:pt x="39" y="12"/>
                      <a:pt x="39" y="11"/>
                      <a:pt x="38" y="10"/>
                    </a:cubicBezTo>
                    <a:cubicBezTo>
                      <a:pt x="33" y="6"/>
                      <a:pt x="28" y="3"/>
                      <a:pt x="22" y="1"/>
                    </a:cubicBezTo>
                    <a:cubicBezTo>
                      <a:pt x="19" y="0"/>
                      <a:pt x="18" y="4"/>
                      <a:pt x="20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8" name="Google Shape;118;p2">
                <a:extLst>
                  <a:ext uri="{FF2B5EF4-FFF2-40B4-BE49-F238E27FC236}">
                    <a16:creationId xmlns:a16="http://schemas.microsoft.com/office/drawing/2014/main" id="{D9BB50DC-E901-A970-D362-5402A3C26D6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999163" y="5064126"/>
                <a:ext cx="115887" cy="225425"/>
              </a:xfrm>
              <a:custGeom>
                <a:avLst/>
                <a:gdLst/>
                <a:ahLst/>
                <a:cxnLst/>
                <a:rect l="l" t="t" r="r" b="b"/>
                <a:pathLst>
                  <a:path w="43" h="83" extrusionOk="0">
                    <a:moveTo>
                      <a:pt x="24" y="4"/>
                    </a:moveTo>
                    <a:cubicBezTo>
                      <a:pt x="39" y="32"/>
                      <a:pt x="19" y="57"/>
                      <a:pt x="2" y="79"/>
                    </a:cubicBezTo>
                    <a:cubicBezTo>
                      <a:pt x="0" y="81"/>
                      <a:pt x="3" y="83"/>
                      <a:pt x="5" y="81"/>
                    </a:cubicBezTo>
                    <a:cubicBezTo>
                      <a:pt x="24" y="59"/>
                      <a:pt x="43" y="31"/>
                      <a:pt x="27" y="2"/>
                    </a:cubicBezTo>
                    <a:cubicBezTo>
                      <a:pt x="26" y="0"/>
                      <a:pt x="22" y="1"/>
                      <a:pt x="24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9" name="Google Shape;119;p2">
                <a:extLst>
                  <a:ext uri="{FF2B5EF4-FFF2-40B4-BE49-F238E27FC236}">
                    <a16:creationId xmlns:a16="http://schemas.microsoft.com/office/drawing/2014/main" id="{F62860CC-6B87-9FED-A039-7A7E39DACD6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94388" y="5054601"/>
                <a:ext cx="41275" cy="85725"/>
              </a:xfrm>
              <a:custGeom>
                <a:avLst/>
                <a:gdLst/>
                <a:ahLst/>
                <a:cxnLst/>
                <a:rect l="l" t="t" r="r" b="b"/>
                <a:pathLst>
                  <a:path w="15" h="31" extrusionOk="0">
                    <a:moveTo>
                      <a:pt x="10" y="3"/>
                    </a:moveTo>
                    <a:cubicBezTo>
                      <a:pt x="5" y="10"/>
                      <a:pt x="2" y="18"/>
                      <a:pt x="1" y="28"/>
                    </a:cubicBezTo>
                    <a:cubicBezTo>
                      <a:pt x="0" y="30"/>
                      <a:pt x="5" y="31"/>
                      <a:pt x="5" y="28"/>
                    </a:cubicBezTo>
                    <a:cubicBezTo>
                      <a:pt x="6" y="20"/>
                      <a:pt x="8" y="12"/>
                      <a:pt x="13" y="5"/>
                    </a:cubicBezTo>
                    <a:cubicBezTo>
                      <a:pt x="15" y="3"/>
                      <a:pt x="11" y="0"/>
                      <a:pt x="10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0" name="Google Shape;120;p2">
                <a:extLst>
                  <a:ext uri="{FF2B5EF4-FFF2-40B4-BE49-F238E27FC236}">
                    <a16:creationId xmlns:a16="http://schemas.microsoft.com/office/drawing/2014/main" id="{BE9D732C-D59D-A0C0-18CF-ABB3A4A4744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94388" y="5103813"/>
                <a:ext cx="93662" cy="36513"/>
              </a:xfrm>
              <a:custGeom>
                <a:avLst/>
                <a:gdLst/>
                <a:ahLst/>
                <a:cxnLst/>
                <a:rect l="l" t="t" r="r" b="b"/>
                <a:pathLst>
                  <a:path w="34" h="13" extrusionOk="0">
                    <a:moveTo>
                      <a:pt x="3" y="13"/>
                    </a:moveTo>
                    <a:cubicBezTo>
                      <a:pt x="13" y="12"/>
                      <a:pt x="23" y="9"/>
                      <a:pt x="31" y="5"/>
                    </a:cubicBezTo>
                    <a:cubicBezTo>
                      <a:pt x="34" y="3"/>
                      <a:pt x="32" y="0"/>
                      <a:pt x="30" y="1"/>
                    </a:cubicBezTo>
                    <a:cubicBezTo>
                      <a:pt x="21" y="5"/>
                      <a:pt x="12" y="8"/>
                      <a:pt x="3" y="8"/>
                    </a:cubicBezTo>
                    <a:cubicBezTo>
                      <a:pt x="0" y="9"/>
                      <a:pt x="0" y="13"/>
                      <a:pt x="3" y="1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1" name="Google Shape;121;p2">
                <a:extLst>
                  <a:ext uri="{FF2B5EF4-FFF2-40B4-BE49-F238E27FC236}">
                    <a16:creationId xmlns:a16="http://schemas.microsoft.com/office/drawing/2014/main" id="{5F895CAE-2899-CDFE-9861-0D44E3A2B4B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949950" y="5103813"/>
                <a:ext cx="80962" cy="109538"/>
              </a:xfrm>
              <a:custGeom>
                <a:avLst/>
                <a:gdLst/>
                <a:ahLst/>
                <a:cxnLst/>
                <a:rect l="l" t="t" r="r" b="b"/>
                <a:pathLst>
                  <a:path w="30" h="40" extrusionOk="0">
                    <a:moveTo>
                      <a:pt x="10" y="2"/>
                    </a:moveTo>
                    <a:cubicBezTo>
                      <a:pt x="3" y="13"/>
                      <a:pt x="0" y="25"/>
                      <a:pt x="0" y="38"/>
                    </a:cubicBezTo>
                    <a:cubicBezTo>
                      <a:pt x="0" y="40"/>
                      <a:pt x="3" y="40"/>
                      <a:pt x="4" y="40"/>
                    </a:cubicBezTo>
                    <a:cubicBezTo>
                      <a:pt x="11" y="34"/>
                      <a:pt x="18" y="31"/>
                      <a:pt x="27" y="29"/>
                    </a:cubicBezTo>
                    <a:cubicBezTo>
                      <a:pt x="30" y="28"/>
                      <a:pt x="29" y="24"/>
                      <a:pt x="26" y="25"/>
                    </a:cubicBezTo>
                    <a:cubicBezTo>
                      <a:pt x="17" y="27"/>
                      <a:pt x="9" y="31"/>
                      <a:pt x="1" y="36"/>
                    </a:cubicBezTo>
                    <a:cubicBezTo>
                      <a:pt x="2" y="37"/>
                      <a:pt x="3" y="37"/>
                      <a:pt x="5" y="38"/>
                    </a:cubicBezTo>
                    <a:cubicBezTo>
                      <a:pt x="4" y="26"/>
                      <a:pt x="7" y="14"/>
                      <a:pt x="13" y="5"/>
                    </a:cubicBezTo>
                    <a:cubicBezTo>
                      <a:pt x="15" y="2"/>
                      <a:pt x="11" y="0"/>
                      <a:pt x="1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2" name="Google Shape;122;p2">
                <a:extLst>
                  <a:ext uri="{FF2B5EF4-FFF2-40B4-BE49-F238E27FC236}">
                    <a16:creationId xmlns:a16="http://schemas.microsoft.com/office/drawing/2014/main" id="{1450CF73-A459-06A8-332D-E6CFF5E60CD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988050" y="5172076"/>
                <a:ext cx="39687" cy="1206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44" extrusionOk="0">
                    <a:moveTo>
                      <a:pt x="10" y="2"/>
                    </a:moveTo>
                    <a:cubicBezTo>
                      <a:pt x="5" y="14"/>
                      <a:pt x="0" y="28"/>
                      <a:pt x="5" y="41"/>
                    </a:cubicBezTo>
                    <a:cubicBezTo>
                      <a:pt x="6" y="44"/>
                      <a:pt x="9" y="42"/>
                      <a:pt x="9" y="40"/>
                    </a:cubicBezTo>
                    <a:cubicBezTo>
                      <a:pt x="5" y="28"/>
                      <a:pt x="10" y="15"/>
                      <a:pt x="14" y="4"/>
                    </a:cubicBezTo>
                    <a:cubicBezTo>
                      <a:pt x="15" y="1"/>
                      <a:pt x="11" y="0"/>
                      <a:pt x="1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3" name="Google Shape;123;p2">
                <a:extLst>
                  <a:ext uri="{FF2B5EF4-FFF2-40B4-BE49-F238E27FC236}">
                    <a16:creationId xmlns:a16="http://schemas.microsoft.com/office/drawing/2014/main" id="{DA1585C8-3AAD-6150-8C21-D8B1044C2CF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037263" y="4981576"/>
                <a:ext cx="84137" cy="73025"/>
              </a:xfrm>
              <a:custGeom>
                <a:avLst/>
                <a:gdLst/>
                <a:ahLst/>
                <a:cxnLst/>
                <a:rect l="l" t="t" r="r" b="b"/>
                <a:pathLst>
                  <a:path w="31" h="27" extrusionOk="0">
                    <a:moveTo>
                      <a:pt x="26" y="2"/>
                    </a:moveTo>
                    <a:cubicBezTo>
                      <a:pt x="19" y="10"/>
                      <a:pt x="12" y="17"/>
                      <a:pt x="3" y="22"/>
                    </a:cubicBezTo>
                    <a:cubicBezTo>
                      <a:pt x="0" y="23"/>
                      <a:pt x="2" y="27"/>
                      <a:pt x="4" y="26"/>
                    </a:cubicBezTo>
                    <a:cubicBezTo>
                      <a:pt x="14" y="21"/>
                      <a:pt x="22" y="13"/>
                      <a:pt x="29" y="5"/>
                    </a:cubicBezTo>
                    <a:cubicBezTo>
                      <a:pt x="31" y="3"/>
                      <a:pt x="28" y="0"/>
                      <a:pt x="26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4" name="Google Shape;124;p2">
                <a:extLst>
                  <a:ext uri="{FF2B5EF4-FFF2-40B4-BE49-F238E27FC236}">
                    <a16:creationId xmlns:a16="http://schemas.microsoft.com/office/drawing/2014/main" id="{6EA70645-F5EA-9E21-3460-F9A491C40C5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56213" y="5324476"/>
                <a:ext cx="247650" cy="103188"/>
              </a:xfrm>
              <a:custGeom>
                <a:avLst/>
                <a:gdLst/>
                <a:ahLst/>
                <a:cxnLst/>
                <a:rect l="l" t="t" r="r" b="b"/>
                <a:pathLst>
                  <a:path w="91" h="38" extrusionOk="0">
                    <a:moveTo>
                      <a:pt x="4" y="10"/>
                    </a:moveTo>
                    <a:cubicBezTo>
                      <a:pt x="29" y="26"/>
                      <a:pt x="56" y="35"/>
                      <a:pt x="85" y="37"/>
                    </a:cubicBezTo>
                    <a:cubicBezTo>
                      <a:pt x="90" y="38"/>
                      <a:pt x="91" y="29"/>
                      <a:pt x="86" y="29"/>
                    </a:cubicBezTo>
                    <a:cubicBezTo>
                      <a:pt x="58" y="27"/>
                      <a:pt x="32" y="18"/>
                      <a:pt x="9" y="3"/>
                    </a:cubicBezTo>
                    <a:cubicBezTo>
                      <a:pt x="5" y="0"/>
                      <a:pt x="0" y="7"/>
                      <a:pt x="4" y="1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5" name="Google Shape;125;p2">
                <a:extLst>
                  <a:ext uri="{FF2B5EF4-FFF2-40B4-BE49-F238E27FC236}">
                    <a16:creationId xmlns:a16="http://schemas.microsoft.com/office/drawing/2014/main" id="{82DEEF24-E831-E6A2-1ECD-0CAA7B4071D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511800" y="5407026"/>
                <a:ext cx="50800" cy="26988"/>
              </a:xfrm>
              <a:custGeom>
                <a:avLst/>
                <a:gdLst/>
                <a:ahLst/>
                <a:cxnLst/>
                <a:rect l="l" t="t" r="r" b="b"/>
                <a:pathLst>
                  <a:path w="19" h="10" extrusionOk="0">
                    <a:moveTo>
                      <a:pt x="4" y="9"/>
                    </a:moveTo>
                    <a:cubicBezTo>
                      <a:pt x="7" y="9"/>
                      <a:pt x="11" y="9"/>
                      <a:pt x="14" y="10"/>
                    </a:cubicBezTo>
                    <a:cubicBezTo>
                      <a:pt x="16" y="10"/>
                      <a:pt x="18" y="8"/>
                      <a:pt x="19" y="6"/>
                    </a:cubicBezTo>
                    <a:cubicBezTo>
                      <a:pt x="19" y="4"/>
                      <a:pt x="17" y="2"/>
                      <a:pt x="15" y="2"/>
                    </a:cubicBezTo>
                    <a:cubicBezTo>
                      <a:pt x="12" y="1"/>
                      <a:pt x="8" y="1"/>
                      <a:pt x="5" y="1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6"/>
                      <a:pt x="1" y="9"/>
                      <a:pt x="4" y="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6" name="Google Shape;126;p2">
                <a:extLst>
                  <a:ext uri="{FF2B5EF4-FFF2-40B4-BE49-F238E27FC236}">
                    <a16:creationId xmlns:a16="http://schemas.microsoft.com/office/drawing/2014/main" id="{F9270554-F465-3EB1-4180-AD87480B6C5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27625" y="4927601"/>
                <a:ext cx="150812" cy="157163"/>
              </a:xfrm>
              <a:custGeom>
                <a:avLst/>
                <a:gdLst/>
                <a:ahLst/>
                <a:cxnLst/>
                <a:rect l="l" t="t" r="r" b="b"/>
                <a:pathLst>
                  <a:path w="55" h="58" extrusionOk="0">
                    <a:moveTo>
                      <a:pt x="47" y="2"/>
                    </a:moveTo>
                    <a:cubicBezTo>
                      <a:pt x="25" y="9"/>
                      <a:pt x="8" y="27"/>
                      <a:pt x="2" y="49"/>
                    </a:cubicBezTo>
                    <a:cubicBezTo>
                      <a:pt x="0" y="55"/>
                      <a:pt x="8" y="58"/>
                      <a:pt x="10" y="52"/>
                    </a:cubicBezTo>
                    <a:cubicBezTo>
                      <a:pt x="15" y="32"/>
                      <a:pt x="30" y="17"/>
                      <a:pt x="50" y="10"/>
                    </a:cubicBezTo>
                    <a:cubicBezTo>
                      <a:pt x="55" y="8"/>
                      <a:pt x="52" y="0"/>
                      <a:pt x="47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7" name="Google Shape;127;p2">
                <a:extLst>
                  <a:ext uri="{FF2B5EF4-FFF2-40B4-BE49-F238E27FC236}">
                    <a16:creationId xmlns:a16="http://schemas.microsoft.com/office/drawing/2014/main" id="{B4A4CBFB-1C66-C8C4-396E-7852F34A0CB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99075" y="4919663"/>
                <a:ext cx="52387" cy="28575"/>
              </a:xfrm>
              <a:custGeom>
                <a:avLst/>
                <a:gdLst/>
                <a:ahLst/>
                <a:cxnLst/>
                <a:rect l="l" t="t" r="r" b="b"/>
                <a:pathLst>
                  <a:path w="19" h="11" extrusionOk="0">
                    <a:moveTo>
                      <a:pt x="4" y="8"/>
                    </a:moveTo>
                    <a:cubicBezTo>
                      <a:pt x="7" y="9"/>
                      <a:pt x="11" y="10"/>
                      <a:pt x="14" y="11"/>
                    </a:cubicBezTo>
                    <a:cubicBezTo>
                      <a:pt x="16" y="11"/>
                      <a:pt x="18" y="9"/>
                      <a:pt x="19" y="7"/>
                    </a:cubicBezTo>
                    <a:cubicBezTo>
                      <a:pt x="19" y="5"/>
                      <a:pt x="17" y="3"/>
                      <a:pt x="15" y="2"/>
                    </a:cubicBezTo>
                    <a:cubicBezTo>
                      <a:pt x="12" y="2"/>
                      <a:pt x="8" y="1"/>
                      <a:pt x="5" y="0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6"/>
                      <a:pt x="1" y="8"/>
                      <a:pt x="4" y="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28" name="Google Shape;128;p2">
              <a:extLst>
                <a:ext uri="{FF2B5EF4-FFF2-40B4-BE49-F238E27FC236}">
                  <a16:creationId xmlns:a16="http://schemas.microsoft.com/office/drawing/2014/main" id="{6951D274-577E-4C9D-10E7-61B3B1A30F65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6286500" y="4689476"/>
              <a:ext cx="187325" cy="311150"/>
              <a:chOff x="6286500" y="4689476"/>
              <a:chExt cx="187325" cy="311150"/>
            </a:xfrm>
          </p:grpSpPr>
          <p:sp>
            <p:nvSpPr>
              <p:cNvPr id="129" name="Google Shape;129;p2">
                <a:extLst>
                  <a:ext uri="{FF2B5EF4-FFF2-40B4-BE49-F238E27FC236}">
                    <a16:creationId xmlns:a16="http://schemas.microsoft.com/office/drawing/2014/main" id="{7469082A-3FF6-797A-F992-89661A4054B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292850" y="4706938"/>
                <a:ext cx="157162" cy="277813"/>
              </a:xfrm>
              <a:custGeom>
                <a:avLst/>
                <a:gdLst/>
                <a:ahLst/>
                <a:cxnLst/>
                <a:rect l="l" t="t" r="r" b="b"/>
                <a:pathLst>
                  <a:path w="58" h="102" extrusionOk="0">
                    <a:moveTo>
                      <a:pt x="30" y="101"/>
                    </a:moveTo>
                    <a:cubicBezTo>
                      <a:pt x="15" y="92"/>
                      <a:pt x="4" y="76"/>
                      <a:pt x="2" y="59"/>
                    </a:cubicBezTo>
                    <a:cubicBezTo>
                      <a:pt x="0" y="43"/>
                      <a:pt x="4" y="27"/>
                      <a:pt x="8" y="12"/>
                    </a:cubicBezTo>
                    <a:cubicBezTo>
                      <a:pt x="9" y="7"/>
                      <a:pt x="11" y="3"/>
                      <a:pt x="14" y="0"/>
                    </a:cubicBezTo>
                    <a:cubicBezTo>
                      <a:pt x="38" y="10"/>
                      <a:pt x="55" y="35"/>
                      <a:pt x="57" y="61"/>
                    </a:cubicBezTo>
                    <a:cubicBezTo>
                      <a:pt x="58" y="70"/>
                      <a:pt x="56" y="80"/>
                      <a:pt x="51" y="88"/>
                    </a:cubicBezTo>
                    <a:cubicBezTo>
                      <a:pt x="46" y="96"/>
                      <a:pt x="37" y="102"/>
                      <a:pt x="28" y="101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0" name="Google Shape;130;p2">
                <a:extLst>
                  <a:ext uri="{FF2B5EF4-FFF2-40B4-BE49-F238E27FC236}">
                    <a16:creationId xmlns:a16="http://schemas.microsoft.com/office/drawing/2014/main" id="{B4996655-E930-A198-7D2A-3FA333789B1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286500" y="4689476"/>
                <a:ext cx="187325" cy="311150"/>
              </a:xfrm>
              <a:custGeom>
                <a:avLst/>
                <a:gdLst/>
                <a:ahLst/>
                <a:cxnLst/>
                <a:rect l="l" t="t" r="r" b="b"/>
                <a:pathLst>
                  <a:path w="69" h="114" extrusionOk="0">
                    <a:moveTo>
                      <a:pt x="38" y="104"/>
                    </a:moveTo>
                    <a:cubicBezTo>
                      <a:pt x="18" y="99"/>
                      <a:pt x="9" y="77"/>
                      <a:pt x="7" y="59"/>
                    </a:cubicBezTo>
                    <a:cubicBezTo>
                      <a:pt x="5" y="40"/>
                      <a:pt x="10" y="21"/>
                      <a:pt x="15" y="3"/>
                    </a:cubicBezTo>
                    <a:cubicBezTo>
                      <a:pt x="14" y="4"/>
                      <a:pt x="13" y="4"/>
                      <a:pt x="12" y="5"/>
                    </a:cubicBezTo>
                    <a:cubicBezTo>
                      <a:pt x="31" y="12"/>
                      <a:pt x="47" y="25"/>
                      <a:pt x="56" y="43"/>
                    </a:cubicBezTo>
                    <a:cubicBezTo>
                      <a:pt x="61" y="52"/>
                      <a:pt x="63" y="63"/>
                      <a:pt x="62" y="73"/>
                    </a:cubicBezTo>
                    <a:cubicBezTo>
                      <a:pt x="62" y="87"/>
                      <a:pt x="52" y="107"/>
                      <a:pt x="35" y="103"/>
                    </a:cubicBezTo>
                    <a:cubicBezTo>
                      <a:pt x="32" y="102"/>
                      <a:pt x="31" y="107"/>
                      <a:pt x="34" y="107"/>
                    </a:cubicBezTo>
                    <a:cubicBezTo>
                      <a:pt x="59" y="114"/>
                      <a:pt x="69" y="80"/>
                      <a:pt x="67" y="61"/>
                    </a:cubicBezTo>
                    <a:cubicBezTo>
                      <a:pt x="62" y="32"/>
                      <a:pt x="40" y="11"/>
                      <a:pt x="14" y="1"/>
                    </a:cubicBezTo>
                    <a:cubicBezTo>
                      <a:pt x="12" y="0"/>
                      <a:pt x="11" y="1"/>
                      <a:pt x="11" y="2"/>
                    </a:cubicBezTo>
                    <a:cubicBezTo>
                      <a:pt x="5" y="24"/>
                      <a:pt x="0" y="46"/>
                      <a:pt x="4" y="69"/>
                    </a:cubicBezTo>
                    <a:cubicBezTo>
                      <a:pt x="8" y="86"/>
                      <a:pt x="19" y="104"/>
                      <a:pt x="37" y="108"/>
                    </a:cubicBezTo>
                    <a:cubicBezTo>
                      <a:pt x="40" y="109"/>
                      <a:pt x="41" y="105"/>
                      <a:pt x="38" y="10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1" name="Google Shape;131;p2">
                <a:extLst>
                  <a:ext uri="{FF2B5EF4-FFF2-40B4-BE49-F238E27FC236}">
                    <a16:creationId xmlns:a16="http://schemas.microsoft.com/office/drawing/2014/main" id="{7A1CBBFE-5DC3-979B-1099-61BDC610FAD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27775" y="4725988"/>
                <a:ext cx="92075" cy="250825"/>
              </a:xfrm>
              <a:custGeom>
                <a:avLst/>
                <a:gdLst/>
                <a:ahLst/>
                <a:cxnLst/>
                <a:rect l="l" t="t" r="r" b="b"/>
                <a:pathLst>
                  <a:path w="34" h="92" extrusionOk="0">
                    <a:moveTo>
                      <a:pt x="2" y="5"/>
                    </a:moveTo>
                    <a:cubicBezTo>
                      <a:pt x="15" y="32"/>
                      <a:pt x="24" y="60"/>
                      <a:pt x="29" y="90"/>
                    </a:cubicBezTo>
                    <a:cubicBezTo>
                      <a:pt x="29" y="92"/>
                      <a:pt x="34" y="91"/>
                      <a:pt x="33" y="88"/>
                    </a:cubicBezTo>
                    <a:cubicBezTo>
                      <a:pt x="28" y="59"/>
                      <a:pt x="19" y="30"/>
                      <a:pt x="5" y="3"/>
                    </a:cubicBezTo>
                    <a:cubicBezTo>
                      <a:pt x="4" y="0"/>
                      <a:pt x="0" y="3"/>
                      <a:pt x="2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2" name="Google Shape;132;p2">
                <a:extLst>
                  <a:ext uri="{FF2B5EF4-FFF2-40B4-BE49-F238E27FC236}">
                    <a16:creationId xmlns:a16="http://schemas.microsoft.com/office/drawing/2014/main" id="{DCA859D4-CA4B-7D0C-E97F-1926A9D6712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11900" y="4821238"/>
                <a:ext cx="84137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31" h="15" extrusionOk="0">
                    <a:moveTo>
                      <a:pt x="3" y="6"/>
                    </a:moveTo>
                    <a:cubicBezTo>
                      <a:pt x="10" y="9"/>
                      <a:pt x="19" y="12"/>
                      <a:pt x="27" y="14"/>
                    </a:cubicBezTo>
                    <a:cubicBezTo>
                      <a:pt x="30" y="15"/>
                      <a:pt x="31" y="11"/>
                      <a:pt x="28" y="10"/>
                    </a:cubicBezTo>
                    <a:cubicBezTo>
                      <a:pt x="20" y="8"/>
                      <a:pt x="12" y="5"/>
                      <a:pt x="4" y="1"/>
                    </a:cubicBezTo>
                    <a:cubicBezTo>
                      <a:pt x="1" y="0"/>
                      <a:pt x="0" y="5"/>
                      <a:pt x="3" y="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3" name="Google Shape;133;p2">
                <a:extLst>
                  <a:ext uri="{FF2B5EF4-FFF2-40B4-BE49-F238E27FC236}">
                    <a16:creationId xmlns:a16="http://schemas.microsoft.com/office/drawing/2014/main" id="{AE5F4819-8B25-FC32-7989-FBC0432B837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78575" y="4787901"/>
                <a:ext cx="47625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17" h="28" extrusionOk="0">
                    <a:moveTo>
                      <a:pt x="5" y="25"/>
                    </a:moveTo>
                    <a:cubicBezTo>
                      <a:pt x="8" y="18"/>
                      <a:pt x="12" y="11"/>
                      <a:pt x="15" y="4"/>
                    </a:cubicBezTo>
                    <a:cubicBezTo>
                      <a:pt x="17" y="2"/>
                      <a:pt x="13" y="0"/>
                      <a:pt x="12" y="2"/>
                    </a:cubicBezTo>
                    <a:cubicBezTo>
                      <a:pt x="8" y="9"/>
                      <a:pt x="4" y="16"/>
                      <a:pt x="1" y="23"/>
                    </a:cubicBezTo>
                    <a:cubicBezTo>
                      <a:pt x="0" y="25"/>
                      <a:pt x="4" y="28"/>
                      <a:pt x="5" y="2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4" name="Google Shape;134;p2">
                <a:extLst>
                  <a:ext uri="{FF2B5EF4-FFF2-40B4-BE49-F238E27FC236}">
                    <a16:creationId xmlns:a16="http://schemas.microsoft.com/office/drawing/2014/main" id="{5B5D44CB-0BD0-A6B0-B780-34252F48D71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32538" y="4902201"/>
                <a:ext cx="76200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28" h="9" extrusionOk="0">
                    <a:moveTo>
                      <a:pt x="3" y="5"/>
                    </a:moveTo>
                    <a:cubicBezTo>
                      <a:pt x="10" y="7"/>
                      <a:pt x="18" y="8"/>
                      <a:pt x="25" y="9"/>
                    </a:cubicBezTo>
                    <a:cubicBezTo>
                      <a:pt x="28" y="9"/>
                      <a:pt x="28" y="5"/>
                      <a:pt x="25" y="5"/>
                    </a:cubicBezTo>
                    <a:cubicBezTo>
                      <a:pt x="18" y="4"/>
                      <a:pt x="11" y="3"/>
                      <a:pt x="4" y="1"/>
                    </a:cubicBezTo>
                    <a:cubicBezTo>
                      <a:pt x="1" y="0"/>
                      <a:pt x="0" y="5"/>
                      <a:pt x="3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5" name="Google Shape;135;p2">
                <a:extLst>
                  <a:ext uri="{FF2B5EF4-FFF2-40B4-BE49-F238E27FC236}">
                    <a16:creationId xmlns:a16="http://schemas.microsoft.com/office/drawing/2014/main" id="{C660144F-09E7-D5A8-867A-64F21F1AA45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92863" y="4851401"/>
                <a:ext cx="52387" cy="77788"/>
              </a:xfrm>
              <a:custGeom>
                <a:avLst/>
                <a:gdLst/>
                <a:ahLst/>
                <a:cxnLst/>
                <a:rect l="l" t="t" r="r" b="b"/>
                <a:pathLst>
                  <a:path w="19" h="29" extrusionOk="0">
                    <a:moveTo>
                      <a:pt x="5" y="27"/>
                    </a:moveTo>
                    <a:cubicBezTo>
                      <a:pt x="10" y="20"/>
                      <a:pt x="15" y="13"/>
                      <a:pt x="18" y="5"/>
                    </a:cubicBezTo>
                    <a:cubicBezTo>
                      <a:pt x="19" y="2"/>
                      <a:pt x="15" y="0"/>
                      <a:pt x="14" y="3"/>
                    </a:cubicBezTo>
                    <a:cubicBezTo>
                      <a:pt x="11" y="10"/>
                      <a:pt x="7" y="17"/>
                      <a:pt x="2" y="23"/>
                    </a:cubicBezTo>
                    <a:cubicBezTo>
                      <a:pt x="0" y="26"/>
                      <a:pt x="3" y="29"/>
                      <a:pt x="5" y="2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36" name="Google Shape;136;p2">
              <a:extLst>
                <a:ext uri="{FF2B5EF4-FFF2-40B4-BE49-F238E27FC236}">
                  <a16:creationId xmlns:a16="http://schemas.microsoft.com/office/drawing/2014/main" id="{2400AFAA-8315-DA61-850F-6D3536987C55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009900" y="4746626"/>
              <a:ext cx="333375" cy="200025"/>
              <a:chOff x="3009900" y="4746626"/>
              <a:chExt cx="333375" cy="200025"/>
            </a:xfrm>
          </p:grpSpPr>
          <p:sp>
            <p:nvSpPr>
              <p:cNvPr id="137" name="Google Shape;137;p2">
                <a:extLst>
                  <a:ext uri="{FF2B5EF4-FFF2-40B4-BE49-F238E27FC236}">
                    <a16:creationId xmlns:a16="http://schemas.microsoft.com/office/drawing/2014/main" id="{C160E032-225B-38D5-89B8-AAC8CF6E8A5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25775" y="4752976"/>
                <a:ext cx="317500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117" h="63" extrusionOk="0">
                    <a:moveTo>
                      <a:pt x="1" y="27"/>
                    </a:moveTo>
                    <a:cubicBezTo>
                      <a:pt x="10" y="8"/>
                      <a:pt x="33" y="0"/>
                      <a:pt x="54" y="3"/>
                    </a:cubicBezTo>
                    <a:cubicBezTo>
                      <a:pt x="74" y="5"/>
                      <a:pt x="92" y="17"/>
                      <a:pt x="108" y="31"/>
                    </a:cubicBezTo>
                    <a:cubicBezTo>
                      <a:pt x="112" y="35"/>
                      <a:pt x="117" y="40"/>
                      <a:pt x="115" y="45"/>
                    </a:cubicBezTo>
                    <a:cubicBezTo>
                      <a:pt x="114" y="48"/>
                      <a:pt x="112" y="50"/>
                      <a:pt x="110" y="51"/>
                    </a:cubicBezTo>
                    <a:cubicBezTo>
                      <a:pt x="102" y="58"/>
                      <a:pt x="91" y="59"/>
                      <a:pt x="80" y="61"/>
                    </a:cubicBezTo>
                    <a:cubicBezTo>
                      <a:pt x="63" y="62"/>
                      <a:pt x="45" y="63"/>
                      <a:pt x="30" y="56"/>
                    </a:cubicBezTo>
                    <a:cubicBezTo>
                      <a:pt x="14" y="49"/>
                      <a:pt x="0" y="34"/>
                      <a:pt x="1" y="17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8" name="Google Shape;138;p2">
                <a:extLst>
                  <a:ext uri="{FF2B5EF4-FFF2-40B4-BE49-F238E27FC236}">
                    <a16:creationId xmlns:a16="http://schemas.microsoft.com/office/drawing/2014/main" id="{BB9CD7B6-8D36-10FE-86FB-E8162E1E4AF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09900" y="4746626"/>
                <a:ext cx="331787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122" h="73" extrusionOk="0">
                    <a:moveTo>
                      <a:pt x="18" y="19"/>
                    </a:moveTo>
                    <a:cubicBezTo>
                      <a:pt x="32" y="3"/>
                      <a:pt x="55" y="5"/>
                      <a:pt x="73" y="12"/>
                    </a:cubicBezTo>
                    <a:cubicBezTo>
                      <a:pt x="90" y="18"/>
                      <a:pt x="105" y="31"/>
                      <a:pt x="118" y="44"/>
                    </a:cubicBezTo>
                    <a:cubicBezTo>
                      <a:pt x="118" y="43"/>
                      <a:pt x="118" y="42"/>
                      <a:pt x="118" y="41"/>
                    </a:cubicBezTo>
                    <a:cubicBezTo>
                      <a:pt x="103" y="54"/>
                      <a:pt x="85" y="62"/>
                      <a:pt x="65" y="63"/>
                    </a:cubicBezTo>
                    <a:cubicBezTo>
                      <a:pt x="54" y="63"/>
                      <a:pt x="44" y="60"/>
                      <a:pt x="35" y="55"/>
                    </a:cubicBezTo>
                    <a:cubicBezTo>
                      <a:pt x="23" y="48"/>
                      <a:pt x="9" y="30"/>
                      <a:pt x="21" y="17"/>
                    </a:cubicBezTo>
                    <a:cubicBezTo>
                      <a:pt x="23" y="14"/>
                      <a:pt x="19" y="11"/>
                      <a:pt x="17" y="14"/>
                    </a:cubicBezTo>
                    <a:cubicBezTo>
                      <a:pt x="0" y="33"/>
                      <a:pt x="25" y="58"/>
                      <a:pt x="44" y="64"/>
                    </a:cubicBezTo>
                    <a:cubicBezTo>
                      <a:pt x="72" y="73"/>
                      <a:pt x="101" y="63"/>
                      <a:pt x="122" y="44"/>
                    </a:cubicBezTo>
                    <a:cubicBezTo>
                      <a:pt x="122" y="43"/>
                      <a:pt x="122" y="41"/>
                      <a:pt x="121" y="40"/>
                    </a:cubicBezTo>
                    <a:cubicBezTo>
                      <a:pt x="104" y="25"/>
                      <a:pt x="87" y="11"/>
                      <a:pt x="65" y="4"/>
                    </a:cubicBezTo>
                    <a:cubicBezTo>
                      <a:pt x="48" y="0"/>
                      <a:pt x="27" y="2"/>
                      <a:pt x="15" y="16"/>
                    </a:cubicBezTo>
                    <a:cubicBezTo>
                      <a:pt x="13" y="18"/>
                      <a:pt x="16" y="21"/>
                      <a:pt x="18" y="1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9" name="Google Shape;139;p2">
                <a:extLst>
                  <a:ext uri="{FF2B5EF4-FFF2-40B4-BE49-F238E27FC236}">
                    <a16:creationId xmlns:a16="http://schemas.microsoft.com/office/drawing/2014/main" id="{7EFD7D83-B1BA-88DB-D249-12DFB24CAFF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44825" y="4813301"/>
                <a:ext cx="258762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95" h="19" extrusionOk="0">
                    <a:moveTo>
                      <a:pt x="91" y="14"/>
                    </a:moveTo>
                    <a:cubicBezTo>
                      <a:pt x="62" y="14"/>
                      <a:pt x="32" y="9"/>
                      <a:pt x="4" y="1"/>
                    </a:cubicBezTo>
                    <a:cubicBezTo>
                      <a:pt x="1" y="0"/>
                      <a:pt x="0" y="4"/>
                      <a:pt x="3" y="5"/>
                    </a:cubicBezTo>
                    <a:cubicBezTo>
                      <a:pt x="32" y="14"/>
                      <a:pt x="62" y="18"/>
                      <a:pt x="92" y="19"/>
                    </a:cubicBezTo>
                    <a:cubicBezTo>
                      <a:pt x="95" y="19"/>
                      <a:pt x="94" y="14"/>
                      <a:pt x="91" y="1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0" name="Google Shape;140;p2">
                <a:extLst>
                  <a:ext uri="{FF2B5EF4-FFF2-40B4-BE49-F238E27FC236}">
                    <a16:creationId xmlns:a16="http://schemas.microsoft.com/office/drawing/2014/main" id="{E4BC31A4-FFF7-B56B-B498-E47FC33814B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159125" y="4791076"/>
                <a:ext cx="68262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25" h="25" extrusionOk="0">
                    <a:moveTo>
                      <a:pt x="20" y="2"/>
                    </a:moveTo>
                    <a:cubicBezTo>
                      <a:pt x="14" y="7"/>
                      <a:pt x="7" y="13"/>
                      <a:pt x="2" y="20"/>
                    </a:cubicBezTo>
                    <a:cubicBezTo>
                      <a:pt x="0" y="22"/>
                      <a:pt x="3" y="25"/>
                      <a:pt x="5" y="23"/>
                    </a:cubicBezTo>
                    <a:cubicBezTo>
                      <a:pt x="11" y="16"/>
                      <a:pt x="17" y="10"/>
                      <a:pt x="23" y="5"/>
                    </a:cubicBezTo>
                    <a:cubicBezTo>
                      <a:pt x="25" y="3"/>
                      <a:pt x="22" y="0"/>
                      <a:pt x="2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1" name="Google Shape;141;p2">
                <a:extLst>
                  <a:ext uri="{FF2B5EF4-FFF2-40B4-BE49-F238E27FC236}">
                    <a16:creationId xmlns:a16="http://schemas.microsoft.com/office/drawing/2014/main" id="{76FA0A10-733D-9015-3652-C3339C94EDA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155950" y="4843463"/>
                <a:ext cx="57150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21" h="25" extrusionOk="0">
                    <a:moveTo>
                      <a:pt x="2" y="4"/>
                    </a:moveTo>
                    <a:cubicBezTo>
                      <a:pt x="7" y="10"/>
                      <a:pt x="12" y="16"/>
                      <a:pt x="16" y="23"/>
                    </a:cubicBezTo>
                    <a:cubicBezTo>
                      <a:pt x="17" y="25"/>
                      <a:pt x="21" y="23"/>
                      <a:pt x="20" y="20"/>
                    </a:cubicBezTo>
                    <a:cubicBezTo>
                      <a:pt x="15" y="14"/>
                      <a:pt x="11" y="8"/>
                      <a:pt x="6" y="2"/>
                    </a:cubicBezTo>
                    <a:cubicBezTo>
                      <a:pt x="4" y="0"/>
                      <a:pt x="0" y="2"/>
                      <a:pt x="2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2" name="Google Shape;142;p2">
                <a:extLst>
                  <a:ext uri="{FF2B5EF4-FFF2-40B4-BE49-F238E27FC236}">
                    <a16:creationId xmlns:a16="http://schemas.microsoft.com/office/drawing/2014/main" id="{1B0F1E53-3C64-FDA6-B83A-2FC35E820E1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90863" y="4775201"/>
                <a:ext cx="53975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20" h="25" extrusionOk="0">
                    <a:moveTo>
                      <a:pt x="15" y="2"/>
                    </a:moveTo>
                    <a:cubicBezTo>
                      <a:pt x="10" y="8"/>
                      <a:pt x="5" y="14"/>
                      <a:pt x="1" y="21"/>
                    </a:cubicBezTo>
                    <a:cubicBezTo>
                      <a:pt x="0" y="23"/>
                      <a:pt x="4" y="25"/>
                      <a:pt x="5" y="23"/>
                    </a:cubicBezTo>
                    <a:cubicBezTo>
                      <a:pt x="9" y="16"/>
                      <a:pt x="14" y="10"/>
                      <a:pt x="18" y="5"/>
                    </a:cubicBezTo>
                    <a:cubicBezTo>
                      <a:pt x="20" y="3"/>
                      <a:pt x="17" y="0"/>
                      <a:pt x="15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3" name="Google Shape;143;p2">
                <a:extLst>
                  <a:ext uri="{FF2B5EF4-FFF2-40B4-BE49-F238E27FC236}">
                    <a16:creationId xmlns:a16="http://schemas.microsoft.com/office/drawing/2014/main" id="{89B506C0-1EBD-26B7-B475-54EA9302F6F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94038" y="4826001"/>
                <a:ext cx="53975" cy="74613"/>
              </a:xfrm>
              <a:custGeom>
                <a:avLst/>
                <a:gdLst/>
                <a:ahLst/>
                <a:cxnLst/>
                <a:rect l="l" t="t" r="r" b="b"/>
                <a:pathLst>
                  <a:path w="20" h="27" extrusionOk="0">
                    <a:moveTo>
                      <a:pt x="1" y="4"/>
                    </a:moveTo>
                    <a:cubicBezTo>
                      <a:pt x="5" y="11"/>
                      <a:pt x="9" y="18"/>
                      <a:pt x="14" y="25"/>
                    </a:cubicBezTo>
                    <a:cubicBezTo>
                      <a:pt x="16" y="27"/>
                      <a:pt x="20" y="25"/>
                      <a:pt x="18" y="22"/>
                    </a:cubicBezTo>
                    <a:cubicBezTo>
                      <a:pt x="13" y="16"/>
                      <a:pt x="9" y="9"/>
                      <a:pt x="5" y="2"/>
                    </a:cubicBezTo>
                    <a:cubicBezTo>
                      <a:pt x="4" y="0"/>
                      <a:pt x="0" y="1"/>
                      <a:pt x="1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44" name="Google Shape;144;p2">
              <a:extLst>
                <a:ext uri="{FF2B5EF4-FFF2-40B4-BE49-F238E27FC236}">
                  <a16:creationId xmlns:a16="http://schemas.microsoft.com/office/drawing/2014/main" id="{4561077A-241A-8FDA-71C8-BF3B3B2D819D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5138738" y="4387851"/>
              <a:ext cx="250824" cy="255588"/>
              <a:chOff x="5138738" y="4387851"/>
              <a:chExt cx="250824" cy="255588"/>
            </a:xfrm>
          </p:grpSpPr>
          <p:sp>
            <p:nvSpPr>
              <p:cNvPr id="145" name="Google Shape;145;p2">
                <a:extLst>
                  <a:ext uri="{FF2B5EF4-FFF2-40B4-BE49-F238E27FC236}">
                    <a16:creationId xmlns:a16="http://schemas.microsoft.com/office/drawing/2014/main" id="{C77A54D9-9C79-D565-7F7A-F23CC706A38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38738" y="4398963"/>
                <a:ext cx="215900" cy="231775"/>
              </a:xfrm>
              <a:custGeom>
                <a:avLst/>
                <a:gdLst/>
                <a:ahLst/>
                <a:cxnLst/>
                <a:rect l="l" t="t" r="r" b="b"/>
                <a:pathLst>
                  <a:path w="79" h="85" extrusionOk="0">
                    <a:moveTo>
                      <a:pt x="34" y="76"/>
                    </a:moveTo>
                    <a:cubicBezTo>
                      <a:pt x="19" y="60"/>
                      <a:pt x="9" y="41"/>
                      <a:pt x="3" y="20"/>
                    </a:cubicBezTo>
                    <a:cubicBezTo>
                      <a:pt x="1" y="15"/>
                      <a:pt x="0" y="8"/>
                      <a:pt x="4" y="3"/>
                    </a:cubicBezTo>
                    <a:cubicBezTo>
                      <a:pt x="10" y="2"/>
                      <a:pt x="15" y="7"/>
                      <a:pt x="19" y="11"/>
                    </a:cubicBezTo>
                    <a:cubicBezTo>
                      <a:pt x="22" y="16"/>
                      <a:pt x="25" y="22"/>
                      <a:pt x="29" y="26"/>
                    </a:cubicBezTo>
                    <a:cubicBezTo>
                      <a:pt x="29" y="19"/>
                      <a:pt x="32" y="11"/>
                      <a:pt x="38" y="6"/>
                    </a:cubicBezTo>
                    <a:cubicBezTo>
                      <a:pt x="44" y="1"/>
                      <a:pt x="53" y="0"/>
                      <a:pt x="59" y="4"/>
                    </a:cubicBezTo>
                    <a:cubicBezTo>
                      <a:pt x="63" y="6"/>
                      <a:pt x="66" y="10"/>
                      <a:pt x="68" y="14"/>
                    </a:cubicBezTo>
                    <a:cubicBezTo>
                      <a:pt x="79" y="36"/>
                      <a:pt x="72" y="63"/>
                      <a:pt x="55" y="81"/>
                    </a:cubicBezTo>
                    <a:cubicBezTo>
                      <a:pt x="54" y="82"/>
                      <a:pt x="52" y="83"/>
                      <a:pt x="50" y="84"/>
                    </a:cubicBezTo>
                    <a:cubicBezTo>
                      <a:pt x="47" y="85"/>
                      <a:pt x="43" y="83"/>
                      <a:pt x="40" y="81"/>
                    </a:cubicBezTo>
                    <a:cubicBezTo>
                      <a:pt x="35" y="77"/>
                      <a:pt x="30" y="74"/>
                      <a:pt x="25" y="70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6" name="Google Shape;146;p2">
                <a:extLst>
                  <a:ext uri="{FF2B5EF4-FFF2-40B4-BE49-F238E27FC236}">
                    <a16:creationId xmlns:a16="http://schemas.microsoft.com/office/drawing/2014/main" id="{B7355ABB-6620-2BDD-F453-FD3AB94F667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03825" y="4392613"/>
                <a:ext cx="93662" cy="249238"/>
              </a:xfrm>
              <a:custGeom>
                <a:avLst/>
                <a:gdLst/>
                <a:ahLst/>
                <a:cxnLst/>
                <a:rect l="l" t="t" r="r" b="b"/>
                <a:pathLst>
                  <a:path w="34" h="91" extrusionOk="0">
                    <a:moveTo>
                      <a:pt x="27" y="86"/>
                    </a:moveTo>
                    <a:cubicBezTo>
                      <a:pt x="4" y="61"/>
                      <a:pt x="6" y="26"/>
                      <a:pt x="32" y="5"/>
                    </a:cubicBezTo>
                    <a:cubicBezTo>
                      <a:pt x="34" y="3"/>
                      <a:pt x="31" y="0"/>
                      <a:pt x="29" y="1"/>
                    </a:cubicBezTo>
                    <a:cubicBezTo>
                      <a:pt x="1" y="24"/>
                      <a:pt x="0" y="63"/>
                      <a:pt x="24" y="89"/>
                    </a:cubicBezTo>
                    <a:cubicBezTo>
                      <a:pt x="26" y="91"/>
                      <a:pt x="29" y="88"/>
                      <a:pt x="27" y="8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7" name="Google Shape;147;p2">
                <a:extLst>
                  <a:ext uri="{FF2B5EF4-FFF2-40B4-BE49-F238E27FC236}">
                    <a16:creationId xmlns:a16="http://schemas.microsoft.com/office/drawing/2014/main" id="{69761636-E466-02EB-8E40-1FB2AC649AA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67325" y="4387851"/>
                <a:ext cx="122237" cy="255588"/>
              </a:xfrm>
              <a:custGeom>
                <a:avLst/>
                <a:gdLst/>
                <a:ahLst/>
                <a:cxnLst/>
                <a:rect l="l" t="t" r="r" b="b"/>
                <a:pathLst>
                  <a:path w="45" h="94" extrusionOk="0">
                    <a:moveTo>
                      <a:pt x="6" y="5"/>
                    </a:moveTo>
                    <a:cubicBezTo>
                      <a:pt x="32" y="28"/>
                      <a:pt x="41" y="72"/>
                      <a:pt x="2" y="88"/>
                    </a:cubicBezTo>
                    <a:cubicBezTo>
                      <a:pt x="0" y="90"/>
                      <a:pt x="1" y="94"/>
                      <a:pt x="4" y="93"/>
                    </a:cubicBezTo>
                    <a:cubicBezTo>
                      <a:pt x="45" y="75"/>
                      <a:pt x="38" y="28"/>
                      <a:pt x="9" y="2"/>
                    </a:cubicBezTo>
                    <a:cubicBezTo>
                      <a:pt x="7" y="0"/>
                      <a:pt x="4" y="4"/>
                      <a:pt x="6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8" name="Google Shape;148;p2">
                <a:extLst>
                  <a:ext uri="{FF2B5EF4-FFF2-40B4-BE49-F238E27FC236}">
                    <a16:creationId xmlns:a16="http://schemas.microsoft.com/office/drawing/2014/main" id="{B04047C6-F090-FB02-3089-5D75D9C0631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60963" y="4398963"/>
                <a:ext cx="106362" cy="220663"/>
              </a:xfrm>
              <a:custGeom>
                <a:avLst/>
                <a:gdLst/>
                <a:ahLst/>
                <a:cxnLst/>
                <a:rect l="l" t="t" r="r" b="b"/>
                <a:pathLst>
                  <a:path w="39" h="81" extrusionOk="0">
                    <a:moveTo>
                      <a:pt x="37" y="76"/>
                    </a:moveTo>
                    <a:cubicBezTo>
                      <a:pt x="21" y="70"/>
                      <a:pt x="13" y="55"/>
                      <a:pt x="8" y="40"/>
                    </a:cubicBezTo>
                    <a:cubicBezTo>
                      <a:pt x="5" y="30"/>
                      <a:pt x="5" y="19"/>
                      <a:pt x="4" y="9"/>
                    </a:cubicBezTo>
                    <a:cubicBezTo>
                      <a:pt x="4" y="0"/>
                      <a:pt x="27" y="20"/>
                      <a:pt x="28" y="21"/>
                    </a:cubicBezTo>
                    <a:cubicBezTo>
                      <a:pt x="30" y="23"/>
                      <a:pt x="33" y="20"/>
                      <a:pt x="31" y="18"/>
                    </a:cubicBezTo>
                    <a:cubicBezTo>
                      <a:pt x="23" y="9"/>
                      <a:pt x="14" y="4"/>
                      <a:pt x="3" y="1"/>
                    </a:cubicBezTo>
                    <a:cubicBezTo>
                      <a:pt x="1" y="1"/>
                      <a:pt x="0" y="2"/>
                      <a:pt x="0" y="3"/>
                    </a:cubicBezTo>
                    <a:cubicBezTo>
                      <a:pt x="0" y="31"/>
                      <a:pt x="6" y="68"/>
                      <a:pt x="34" y="80"/>
                    </a:cubicBezTo>
                    <a:cubicBezTo>
                      <a:pt x="37" y="81"/>
                      <a:pt x="39" y="78"/>
                      <a:pt x="37" y="7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9" name="Google Shape;149;p2">
                <a:extLst>
                  <a:ext uri="{FF2B5EF4-FFF2-40B4-BE49-F238E27FC236}">
                    <a16:creationId xmlns:a16="http://schemas.microsoft.com/office/drawing/2014/main" id="{B2C52E91-A7D5-3C52-6A07-1978E675910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91125" y="4456113"/>
                <a:ext cx="39687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15" h="25" extrusionOk="0">
                    <a:moveTo>
                      <a:pt x="1" y="2"/>
                    </a:moveTo>
                    <a:cubicBezTo>
                      <a:pt x="4" y="10"/>
                      <a:pt x="8" y="17"/>
                      <a:pt x="12" y="24"/>
                    </a:cubicBezTo>
                    <a:cubicBezTo>
                      <a:pt x="13" y="25"/>
                      <a:pt x="15" y="24"/>
                      <a:pt x="15" y="23"/>
                    </a:cubicBezTo>
                    <a:cubicBezTo>
                      <a:pt x="10" y="16"/>
                      <a:pt x="6" y="9"/>
                      <a:pt x="3" y="1"/>
                    </a:cubicBezTo>
                    <a:cubicBezTo>
                      <a:pt x="3" y="0"/>
                      <a:pt x="0" y="1"/>
                      <a:pt x="1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0" name="Google Shape;150;p2">
                <a:extLst>
                  <a:ext uri="{FF2B5EF4-FFF2-40B4-BE49-F238E27FC236}">
                    <a16:creationId xmlns:a16="http://schemas.microsoft.com/office/drawing/2014/main" id="{1B2497EB-98F2-8146-5D81-BE285794BDE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72088" y="4445001"/>
                <a:ext cx="15875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6" h="70" extrusionOk="0">
                    <a:moveTo>
                      <a:pt x="3" y="1"/>
                    </a:moveTo>
                    <a:cubicBezTo>
                      <a:pt x="3" y="24"/>
                      <a:pt x="0" y="46"/>
                      <a:pt x="1" y="68"/>
                    </a:cubicBezTo>
                    <a:cubicBezTo>
                      <a:pt x="1" y="70"/>
                      <a:pt x="4" y="70"/>
                      <a:pt x="4" y="68"/>
                    </a:cubicBezTo>
                    <a:cubicBezTo>
                      <a:pt x="3" y="46"/>
                      <a:pt x="5" y="24"/>
                      <a:pt x="6" y="1"/>
                    </a:cubicBezTo>
                    <a:cubicBezTo>
                      <a:pt x="6" y="0"/>
                      <a:pt x="3" y="0"/>
                      <a:pt x="3" y="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1" name="Google Shape;151;p2">
                <a:extLst>
                  <a:ext uri="{FF2B5EF4-FFF2-40B4-BE49-F238E27FC236}">
                    <a16:creationId xmlns:a16="http://schemas.microsoft.com/office/drawing/2014/main" id="{C26658F4-7BFF-764E-C16A-4D2F39E901D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45100" y="4483101"/>
                <a:ext cx="42862" cy="42863"/>
              </a:xfrm>
              <a:custGeom>
                <a:avLst/>
                <a:gdLst/>
                <a:ahLst/>
                <a:cxnLst/>
                <a:rect l="l" t="t" r="r" b="b"/>
                <a:pathLst>
                  <a:path w="16" h="16" extrusionOk="0">
                    <a:moveTo>
                      <a:pt x="1" y="3"/>
                    </a:moveTo>
                    <a:cubicBezTo>
                      <a:pt x="5" y="7"/>
                      <a:pt x="9" y="11"/>
                      <a:pt x="13" y="15"/>
                    </a:cubicBezTo>
                    <a:cubicBezTo>
                      <a:pt x="14" y="16"/>
                      <a:pt x="16" y="14"/>
                      <a:pt x="15" y="13"/>
                    </a:cubicBezTo>
                    <a:cubicBezTo>
                      <a:pt x="11" y="9"/>
                      <a:pt x="7" y="5"/>
                      <a:pt x="3" y="1"/>
                    </a:cubicBezTo>
                    <a:cubicBezTo>
                      <a:pt x="1" y="0"/>
                      <a:pt x="0" y="1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2" name="Google Shape;152;p2">
                <a:extLst>
                  <a:ext uri="{FF2B5EF4-FFF2-40B4-BE49-F238E27FC236}">
                    <a16:creationId xmlns:a16="http://schemas.microsoft.com/office/drawing/2014/main" id="{E8BEE0F2-386E-FF91-0BA1-66ED6436E3F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78438" y="4487863"/>
                <a:ext cx="53975" cy="36513"/>
              </a:xfrm>
              <a:custGeom>
                <a:avLst/>
                <a:gdLst/>
                <a:ahLst/>
                <a:cxnLst/>
                <a:rect l="l" t="t" r="r" b="b"/>
                <a:pathLst>
                  <a:path w="20" h="13" extrusionOk="0">
                    <a:moveTo>
                      <a:pt x="3" y="12"/>
                    </a:moveTo>
                    <a:cubicBezTo>
                      <a:pt x="8" y="9"/>
                      <a:pt x="13" y="6"/>
                      <a:pt x="18" y="3"/>
                    </a:cubicBezTo>
                    <a:cubicBezTo>
                      <a:pt x="20" y="3"/>
                      <a:pt x="18" y="0"/>
                      <a:pt x="17" y="1"/>
                    </a:cubicBezTo>
                    <a:cubicBezTo>
                      <a:pt x="12" y="4"/>
                      <a:pt x="6" y="7"/>
                      <a:pt x="1" y="10"/>
                    </a:cubicBezTo>
                    <a:cubicBezTo>
                      <a:pt x="0" y="11"/>
                      <a:pt x="1" y="13"/>
                      <a:pt x="3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3" name="Google Shape;153;p2">
                <a:extLst>
                  <a:ext uri="{FF2B5EF4-FFF2-40B4-BE49-F238E27FC236}">
                    <a16:creationId xmlns:a16="http://schemas.microsoft.com/office/drawing/2014/main" id="{ECCC2455-8139-F9F8-5226-9CE254EEA8D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45100" y="4548188"/>
                <a:ext cx="412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16" extrusionOk="0">
                    <a:moveTo>
                      <a:pt x="2" y="3"/>
                    </a:moveTo>
                    <a:cubicBezTo>
                      <a:pt x="5" y="7"/>
                      <a:pt x="8" y="11"/>
                      <a:pt x="12" y="15"/>
                    </a:cubicBezTo>
                    <a:cubicBezTo>
                      <a:pt x="13" y="16"/>
                      <a:pt x="15" y="14"/>
                      <a:pt x="14" y="13"/>
                    </a:cubicBezTo>
                    <a:cubicBezTo>
                      <a:pt x="10" y="9"/>
                      <a:pt x="7" y="5"/>
                      <a:pt x="3" y="1"/>
                    </a:cubicBezTo>
                    <a:cubicBezTo>
                      <a:pt x="2" y="0"/>
                      <a:pt x="0" y="2"/>
                      <a:pt x="2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4" name="Google Shape;154;p2">
                <a:extLst>
                  <a:ext uri="{FF2B5EF4-FFF2-40B4-BE49-F238E27FC236}">
                    <a16:creationId xmlns:a16="http://schemas.microsoft.com/office/drawing/2014/main" id="{CCB5B49F-5F4A-9E61-2744-B1EB8F7E54F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75263" y="4551363"/>
                <a:ext cx="49212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18" h="15" extrusionOk="0">
                    <a:moveTo>
                      <a:pt x="3" y="14"/>
                    </a:moveTo>
                    <a:cubicBezTo>
                      <a:pt x="7" y="10"/>
                      <a:pt x="12" y="7"/>
                      <a:pt x="17" y="4"/>
                    </a:cubicBezTo>
                    <a:cubicBezTo>
                      <a:pt x="18" y="3"/>
                      <a:pt x="17" y="0"/>
                      <a:pt x="15" y="1"/>
                    </a:cubicBezTo>
                    <a:cubicBezTo>
                      <a:pt x="11" y="5"/>
                      <a:pt x="6" y="8"/>
                      <a:pt x="1" y="12"/>
                    </a:cubicBezTo>
                    <a:cubicBezTo>
                      <a:pt x="0" y="13"/>
                      <a:pt x="1" y="15"/>
                      <a:pt x="3" y="1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55" name="Google Shape;155;p2">
              <a:extLst>
                <a:ext uri="{FF2B5EF4-FFF2-40B4-BE49-F238E27FC236}">
                  <a16:creationId xmlns:a16="http://schemas.microsoft.com/office/drawing/2014/main" id="{BD901900-C02C-63B5-C880-EC3C1C453DD2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219450" y="4289426"/>
              <a:ext cx="236537" cy="257175"/>
              <a:chOff x="3219450" y="4289426"/>
              <a:chExt cx="236537" cy="257175"/>
            </a:xfrm>
          </p:grpSpPr>
          <p:sp>
            <p:nvSpPr>
              <p:cNvPr id="156" name="Google Shape;156;p2">
                <a:extLst>
                  <a:ext uri="{FF2B5EF4-FFF2-40B4-BE49-F238E27FC236}">
                    <a16:creationId xmlns:a16="http://schemas.microsoft.com/office/drawing/2014/main" id="{C255B28E-36A3-9F7B-70FE-6D0E5ECD7E56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19450" y="4289426"/>
                <a:ext cx="200025" cy="239713"/>
              </a:xfrm>
              <a:custGeom>
                <a:avLst/>
                <a:gdLst/>
                <a:ahLst/>
                <a:cxnLst/>
                <a:rect l="l" t="t" r="r" b="b"/>
                <a:pathLst>
                  <a:path w="74" h="88" extrusionOk="0">
                    <a:moveTo>
                      <a:pt x="28" y="79"/>
                    </a:moveTo>
                    <a:cubicBezTo>
                      <a:pt x="10" y="59"/>
                      <a:pt x="0" y="32"/>
                      <a:pt x="2" y="6"/>
                    </a:cubicBezTo>
                    <a:cubicBezTo>
                      <a:pt x="10" y="6"/>
                      <a:pt x="15" y="15"/>
                      <a:pt x="22" y="19"/>
                    </a:cubicBezTo>
                    <a:cubicBezTo>
                      <a:pt x="22" y="20"/>
                      <a:pt x="23" y="20"/>
                      <a:pt x="24" y="20"/>
                    </a:cubicBezTo>
                    <a:cubicBezTo>
                      <a:pt x="26" y="20"/>
                      <a:pt x="27" y="19"/>
                      <a:pt x="28" y="18"/>
                    </a:cubicBezTo>
                    <a:cubicBezTo>
                      <a:pt x="30" y="15"/>
                      <a:pt x="33" y="11"/>
                      <a:pt x="35" y="8"/>
                    </a:cubicBezTo>
                    <a:cubicBezTo>
                      <a:pt x="38" y="4"/>
                      <a:pt x="41" y="0"/>
                      <a:pt x="46" y="1"/>
                    </a:cubicBezTo>
                    <a:cubicBezTo>
                      <a:pt x="48" y="2"/>
                      <a:pt x="50" y="3"/>
                      <a:pt x="52" y="5"/>
                    </a:cubicBezTo>
                    <a:cubicBezTo>
                      <a:pt x="62" y="17"/>
                      <a:pt x="74" y="30"/>
                      <a:pt x="73" y="46"/>
                    </a:cubicBezTo>
                    <a:cubicBezTo>
                      <a:pt x="73" y="60"/>
                      <a:pt x="64" y="72"/>
                      <a:pt x="55" y="83"/>
                    </a:cubicBezTo>
                    <a:cubicBezTo>
                      <a:pt x="53" y="85"/>
                      <a:pt x="51" y="88"/>
                      <a:pt x="48" y="88"/>
                    </a:cubicBezTo>
                    <a:cubicBezTo>
                      <a:pt x="46" y="88"/>
                      <a:pt x="43" y="86"/>
                      <a:pt x="42" y="85"/>
                    </a:cubicBezTo>
                    <a:cubicBezTo>
                      <a:pt x="36" y="81"/>
                      <a:pt x="31" y="77"/>
                      <a:pt x="26" y="73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7" name="Google Shape;157;p2">
                <a:extLst>
                  <a:ext uri="{FF2B5EF4-FFF2-40B4-BE49-F238E27FC236}">
                    <a16:creationId xmlns:a16="http://schemas.microsoft.com/office/drawing/2014/main" id="{22ADD940-5D0A-7305-A928-E415DC01AA8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70250" y="4292601"/>
                <a:ext cx="92075" cy="247650"/>
              </a:xfrm>
              <a:custGeom>
                <a:avLst/>
                <a:gdLst/>
                <a:ahLst/>
                <a:cxnLst/>
                <a:rect l="l" t="t" r="r" b="b"/>
                <a:pathLst>
                  <a:path w="34" h="91" extrusionOk="0">
                    <a:moveTo>
                      <a:pt x="27" y="86"/>
                    </a:moveTo>
                    <a:cubicBezTo>
                      <a:pt x="4" y="62"/>
                      <a:pt x="6" y="27"/>
                      <a:pt x="32" y="5"/>
                    </a:cubicBezTo>
                    <a:cubicBezTo>
                      <a:pt x="34" y="4"/>
                      <a:pt x="31" y="0"/>
                      <a:pt x="29" y="2"/>
                    </a:cubicBezTo>
                    <a:cubicBezTo>
                      <a:pt x="1" y="25"/>
                      <a:pt x="0" y="63"/>
                      <a:pt x="24" y="89"/>
                    </a:cubicBezTo>
                    <a:cubicBezTo>
                      <a:pt x="26" y="91"/>
                      <a:pt x="29" y="88"/>
                      <a:pt x="27" y="8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8" name="Google Shape;158;p2">
                <a:extLst>
                  <a:ext uri="{FF2B5EF4-FFF2-40B4-BE49-F238E27FC236}">
                    <a16:creationId xmlns:a16="http://schemas.microsoft.com/office/drawing/2014/main" id="{B311F96F-C211-FBD9-36FB-18E1C8D6421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33750" y="4289426"/>
                <a:ext cx="122237" cy="257175"/>
              </a:xfrm>
              <a:custGeom>
                <a:avLst/>
                <a:gdLst/>
                <a:ahLst/>
                <a:cxnLst/>
                <a:rect l="l" t="t" r="r" b="b"/>
                <a:pathLst>
                  <a:path w="45" h="94" extrusionOk="0">
                    <a:moveTo>
                      <a:pt x="6" y="5"/>
                    </a:moveTo>
                    <a:cubicBezTo>
                      <a:pt x="32" y="28"/>
                      <a:pt x="41" y="72"/>
                      <a:pt x="2" y="88"/>
                    </a:cubicBezTo>
                    <a:cubicBezTo>
                      <a:pt x="0" y="89"/>
                      <a:pt x="1" y="94"/>
                      <a:pt x="3" y="92"/>
                    </a:cubicBezTo>
                    <a:cubicBezTo>
                      <a:pt x="45" y="75"/>
                      <a:pt x="38" y="28"/>
                      <a:pt x="9" y="2"/>
                    </a:cubicBezTo>
                    <a:cubicBezTo>
                      <a:pt x="7" y="0"/>
                      <a:pt x="4" y="3"/>
                      <a:pt x="6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9" name="Google Shape;159;p2">
                <a:extLst>
                  <a:ext uri="{FF2B5EF4-FFF2-40B4-BE49-F238E27FC236}">
                    <a16:creationId xmlns:a16="http://schemas.microsoft.com/office/drawing/2014/main" id="{745A7C11-652D-483F-BC50-8D3F30CD5C4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27388" y="4300538"/>
                <a:ext cx="106362" cy="220663"/>
              </a:xfrm>
              <a:custGeom>
                <a:avLst/>
                <a:gdLst/>
                <a:ahLst/>
                <a:cxnLst/>
                <a:rect l="l" t="t" r="r" b="b"/>
                <a:pathLst>
                  <a:path w="39" h="81" extrusionOk="0">
                    <a:moveTo>
                      <a:pt x="36" y="76"/>
                    </a:moveTo>
                    <a:cubicBezTo>
                      <a:pt x="21" y="70"/>
                      <a:pt x="13" y="54"/>
                      <a:pt x="8" y="39"/>
                    </a:cubicBezTo>
                    <a:cubicBezTo>
                      <a:pt x="5" y="29"/>
                      <a:pt x="5" y="19"/>
                      <a:pt x="4" y="9"/>
                    </a:cubicBezTo>
                    <a:cubicBezTo>
                      <a:pt x="4" y="0"/>
                      <a:pt x="27" y="19"/>
                      <a:pt x="28" y="21"/>
                    </a:cubicBezTo>
                    <a:cubicBezTo>
                      <a:pt x="30" y="23"/>
                      <a:pt x="33" y="20"/>
                      <a:pt x="31" y="17"/>
                    </a:cubicBezTo>
                    <a:cubicBezTo>
                      <a:pt x="23" y="9"/>
                      <a:pt x="14" y="4"/>
                      <a:pt x="3" y="1"/>
                    </a:cubicBezTo>
                    <a:cubicBezTo>
                      <a:pt x="1" y="1"/>
                      <a:pt x="0" y="2"/>
                      <a:pt x="0" y="3"/>
                    </a:cubicBezTo>
                    <a:cubicBezTo>
                      <a:pt x="0" y="31"/>
                      <a:pt x="6" y="68"/>
                      <a:pt x="34" y="80"/>
                    </a:cubicBezTo>
                    <a:cubicBezTo>
                      <a:pt x="37" y="81"/>
                      <a:pt x="39" y="77"/>
                      <a:pt x="36" y="7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0" name="Google Shape;160;p2">
                <a:extLst>
                  <a:ext uri="{FF2B5EF4-FFF2-40B4-BE49-F238E27FC236}">
                    <a16:creationId xmlns:a16="http://schemas.microsoft.com/office/drawing/2014/main" id="{F7E9D733-25B7-7D83-76C8-1F397261F15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57550" y="4357688"/>
                <a:ext cx="39687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15" h="25" extrusionOk="0">
                    <a:moveTo>
                      <a:pt x="1" y="2"/>
                    </a:moveTo>
                    <a:cubicBezTo>
                      <a:pt x="4" y="10"/>
                      <a:pt x="7" y="17"/>
                      <a:pt x="12" y="24"/>
                    </a:cubicBezTo>
                    <a:cubicBezTo>
                      <a:pt x="13" y="25"/>
                      <a:pt x="15" y="24"/>
                      <a:pt x="14" y="23"/>
                    </a:cubicBezTo>
                    <a:cubicBezTo>
                      <a:pt x="10" y="16"/>
                      <a:pt x="6" y="9"/>
                      <a:pt x="3" y="1"/>
                    </a:cubicBezTo>
                    <a:cubicBezTo>
                      <a:pt x="3" y="0"/>
                      <a:pt x="0" y="0"/>
                      <a:pt x="1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1" name="Google Shape;161;p2">
                <a:extLst>
                  <a:ext uri="{FF2B5EF4-FFF2-40B4-BE49-F238E27FC236}">
                    <a16:creationId xmlns:a16="http://schemas.microsoft.com/office/drawing/2014/main" id="{44B67308-F557-C58B-0D58-DF8FD0BA3A6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38513" y="4346576"/>
                <a:ext cx="15875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6" h="70" extrusionOk="0">
                    <a:moveTo>
                      <a:pt x="3" y="1"/>
                    </a:moveTo>
                    <a:cubicBezTo>
                      <a:pt x="3" y="23"/>
                      <a:pt x="0" y="46"/>
                      <a:pt x="1" y="68"/>
                    </a:cubicBezTo>
                    <a:cubicBezTo>
                      <a:pt x="1" y="70"/>
                      <a:pt x="4" y="70"/>
                      <a:pt x="4" y="68"/>
                    </a:cubicBezTo>
                    <a:cubicBezTo>
                      <a:pt x="3" y="46"/>
                      <a:pt x="5" y="23"/>
                      <a:pt x="6" y="1"/>
                    </a:cubicBezTo>
                    <a:cubicBezTo>
                      <a:pt x="6" y="0"/>
                      <a:pt x="3" y="0"/>
                      <a:pt x="3" y="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2" name="Google Shape;162;p2">
                <a:extLst>
                  <a:ext uri="{FF2B5EF4-FFF2-40B4-BE49-F238E27FC236}">
                    <a16:creationId xmlns:a16="http://schemas.microsoft.com/office/drawing/2014/main" id="{156189AE-CB79-24E0-A04F-AA4BDB389256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11525" y="4383088"/>
                <a:ext cx="42862" cy="46038"/>
              </a:xfrm>
              <a:custGeom>
                <a:avLst/>
                <a:gdLst/>
                <a:ahLst/>
                <a:cxnLst/>
                <a:rect l="l" t="t" r="r" b="b"/>
                <a:pathLst>
                  <a:path w="16" h="17" extrusionOk="0">
                    <a:moveTo>
                      <a:pt x="1" y="3"/>
                    </a:moveTo>
                    <a:cubicBezTo>
                      <a:pt x="5" y="7"/>
                      <a:pt x="9" y="12"/>
                      <a:pt x="13" y="16"/>
                    </a:cubicBezTo>
                    <a:cubicBezTo>
                      <a:pt x="14" y="17"/>
                      <a:pt x="16" y="15"/>
                      <a:pt x="14" y="14"/>
                    </a:cubicBezTo>
                    <a:cubicBezTo>
                      <a:pt x="11" y="10"/>
                      <a:pt x="7" y="6"/>
                      <a:pt x="3" y="2"/>
                    </a:cubicBezTo>
                    <a:cubicBezTo>
                      <a:pt x="1" y="0"/>
                      <a:pt x="0" y="2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3" name="Google Shape;163;p2">
                <a:extLst>
                  <a:ext uri="{FF2B5EF4-FFF2-40B4-BE49-F238E27FC236}">
                    <a16:creationId xmlns:a16="http://schemas.microsoft.com/office/drawing/2014/main" id="{2546A112-3166-FFA1-FA22-52F4C146147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43275" y="4391026"/>
                <a:ext cx="52387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19" h="13" extrusionOk="0">
                    <a:moveTo>
                      <a:pt x="3" y="12"/>
                    </a:moveTo>
                    <a:cubicBezTo>
                      <a:pt x="8" y="9"/>
                      <a:pt x="13" y="6"/>
                      <a:pt x="18" y="3"/>
                    </a:cubicBezTo>
                    <a:cubicBezTo>
                      <a:pt x="19" y="2"/>
                      <a:pt x="18" y="0"/>
                      <a:pt x="17" y="1"/>
                    </a:cubicBezTo>
                    <a:cubicBezTo>
                      <a:pt x="12" y="4"/>
                      <a:pt x="6" y="7"/>
                      <a:pt x="1" y="10"/>
                    </a:cubicBezTo>
                    <a:cubicBezTo>
                      <a:pt x="0" y="11"/>
                      <a:pt x="1" y="13"/>
                      <a:pt x="3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4" name="Google Shape;164;p2">
                <a:extLst>
                  <a:ext uri="{FF2B5EF4-FFF2-40B4-BE49-F238E27FC236}">
                    <a16:creationId xmlns:a16="http://schemas.microsoft.com/office/drawing/2014/main" id="{0A2664A1-8455-B2DD-682E-335D531CE39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11525" y="4449763"/>
                <a:ext cx="412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16" extrusionOk="0">
                    <a:moveTo>
                      <a:pt x="1" y="3"/>
                    </a:moveTo>
                    <a:cubicBezTo>
                      <a:pt x="5" y="7"/>
                      <a:pt x="8" y="11"/>
                      <a:pt x="12" y="15"/>
                    </a:cubicBezTo>
                    <a:cubicBezTo>
                      <a:pt x="13" y="16"/>
                      <a:pt x="15" y="14"/>
                      <a:pt x="14" y="13"/>
                    </a:cubicBezTo>
                    <a:cubicBezTo>
                      <a:pt x="10" y="9"/>
                      <a:pt x="7" y="5"/>
                      <a:pt x="3" y="1"/>
                    </a:cubicBezTo>
                    <a:cubicBezTo>
                      <a:pt x="2" y="0"/>
                      <a:pt x="0" y="2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5" name="Google Shape;165;p2">
                <a:extLst>
                  <a:ext uri="{FF2B5EF4-FFF2-40B4-BE49-F238E27FC236}">
                    <a16:creationId xmlns:a16="http://schemas.microsoft.com/office/drawing/2014/main" id="{9337336A-59CE-4FD8-C0B1-D2A00CBA1FD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41688" y="4452938"/>
                <a:ext cx="49212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18" h="15" extrusionOk="0">
                    <a:moveTo>
                      <a:pt x="3" y="14"/>
                    </a:moveTo>
                    <a:cubicBezTo>
                      <a:pt x="7" y="10"/>
                      <a:pt x="12" y="7"/>
                      <a:pt x="17" y="3"/>
                    </a:cubicBezTo>
                    <a:cubicBezTo>
                      <a:pt x="18" y="2"/>
                      <a:pt x="17" y="0"/>
                      <a:pt x="15" y="1"/>
                    </a:cubicBezTo>
                    <a:cubicBezTo>
                      <a:pt x="11" y="5"/>
                      <a:pt x="6" y="8"/>
                      <a:pt x="1" y="11"/>
                    </a:cubicBezTo>
                    <a:cubicBezTo>
                      <a:pt x="0" y="12"/>
                      <a:pt x="1" y="15"/>
                      <a:pt x="3" y="1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</p:grpSp>
      <p:grpSp>
        <p:nvGrpSpPr>
          <p:cNvPr id="10" name="그룹 9">
            <a:extLst>
              <a:ext uri="{FF2B5EF4-FFF2-40B4-BE49-F238E27FC236}">
                <a16:creationId xmlns:a16="http://schemas.microsoft.com/office/drawing/2014/main" id="{60B7A35F-4461-49C3-5F0F-D6E036B37ED8}"/>
              </a:ext>
            </a:extLst>
          </p:cNvPr>
          <p:cNvGrpSpPr/>
          <p:nvPr/>
        </p:nvGrpSpPr>
        <p:grpSpPr>
          <a:xfrm>
            <a:off x="229924" y="10093362"/>
            <a:ext cx="7146829" cy="323165"/>
            <a:chOff x="194988" y="9853671"/>
            <a:chExt cx="7146829" cy="323165"/>
          </a:xfrm>
        </p:grpSpPr>
        <p:sp>
          <p:nvSpPr>
            <p:cNvPr id="19" name="Google Shape;19;p2">
              <a:extLst>
                <a:ext uri="{FF2B5EF4-FFF2-40B4-BE49-F238E27FC236}">
                  <a16:creationId xmlns:a16="http://schemas.microsoft.com/office/drawing/2014/main" id="{F2850D80-8400-BCED-E007-95FE5EAB099F}"/>
                </a:ext>
              </a:extLst>
            </p:cNvPr>
            <p:cNvSpPr/>
            <p:nvPr/>
          </p:nvSpPr>
          <p:spPr>
            <a:xfrm>
              <a:off x="194988" y="9853671"/>
              <a:ext cx="6120050" cy="323165"/>
            </a:xfrm>
            <a:custGeom>
              <a:avLst/>
              <a:gdLst/>
              <a:ahLst/>
              <a:cxnLst/>
              <a:rect l="l" t="t" r="r" b="b"/>
              <a:pathLst>
                <a:path w="21600" h="1200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94640"/>
                </a:buClr>
                <a:buSzPts val="800"/>
                <a:buFont typeface="Arial"/>
                <a:buNone/>
              </a:pPr>
              <a:r>
                <a:rPr lang="en-US" sz="700" u="none" strike="noStrike" cap="none" dirty="0" smtClean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  <a:sym typeface="Arial"/>
                </a:rPr>
                <a:t>&lt;</a:t>
              </a:r>
              <a:r>
                <a:rPr lang="ko-KR" altLang="en-US" sz="700" u="none" strike="noStrike" cap="none" dirty="0" smtClean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  <a:sym typeface="Arial"/>
                </a:rPr>
                <a:t>알레르기 표시 안내</a:t>
              </a:r>
              <a:r>
                <a:rPr lang="en-US" altLang="ko-KR" sz="700" dirty="0" smtClean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&gt;</a:t>
              </a:r>
            </a:p>
            <a:p>
              <a:pPr lvl="0">
                <a:buClr>
                  <a:srgbClr val="494640"/>
                </a:buClr>
                <a:buSzPts val="800"/>
              </a:pP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①난류 ②우유 ③메밀 ④땅콩 ⑤대두 ⑥밀 ⑦고등어 ⑧게 ⑨새우 ⑩돼지고기 ⑪복숭아 ⑫토마토 ⑬</a:t>
              </a:r>
              <a:r>
                <a:rPr lang="ko-KR" altLang="en-US" sz="700" dirty="0" err="1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아황산류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⑭호두 ⑮닭고기 ⑯쇠고기 ⑰오징어 ⑱조개류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(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굴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,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전복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,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홍합 포함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) ⑲</a:t>
              </a:r>
              <a:r>
                <a:rPr lang="ko-KR" altLang="en-US" sz="700" dirty="0" smtClean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잣</a:t>
              </a:r>
              <a:endParaRPr lang="en-US" altLang="ko-KR" sz="700" dirty="0" smtClean="0">
                <a:solidFill>
                  <a:srgbClr val="FF33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endParaRPr>
            </a:p>
            <a:p>
              <a:pPr lvl="0">
                <a:buClr>
                  <a:srgbClr val="494640"/>
                </a:buClr>
                <a:buSzPts val="800"/>
              </a:pPr>
              <a:r>
                <a:rPr lang="ko-KR" altLang="en-US" sz="700" dirty="0" smtClean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*</a:t>
              </a:r>
              <a:r>
                <a:rPr lang="ko-KR" altLang="en-US" sz="700" dirty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위 식단은 </a:t>
              </a:r>
              <a:r>
                <a:rPr lang="ko-KR" altLang="en-US" sz="700" dirty="0" err="1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식품수급에</a:t>
              </a:r>
              <a:r>
                <a:rPr lang="ko-KR" altLang="en-US" sz="700" dirty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따라 변경될 수 있습니다</a:t>
              </a:r>
              <a:r>
                <a:rPr lang="en-US" altLang="ko-KR" sz="700" dirty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.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I </a:t>
              </a:r>
              <a:r>
                <a:rPr lang="en-US" altLang="ko-KR" sz="700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kizmeal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</a:t>
              </a:r>
              <a:r>
                <a:rPr lang="en-US" altLang="ko-KR" sz="7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OOO</a:t>
              </a:r>
              <a:r>
                <a:rPr lang="ko-KR" altLang="en-US" sz="7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</a:t>
              </a:r>
              <a:r>
                <a:rPr lang="ko-KR" altLang="en-US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영양사 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I </a:t>
              </a:r>
              <a:r>
                <a:rPr lang="en-US" altLang="ko-KR" sz="7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OOOOOOO@kizmeal.com 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I </a:t>
              </a:r>
              <a:r>
                <a:rPr lang="en-US" altLang="ko-KR" sz="7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www.kizmeal.com</a:t>
              </a:r>
              <a:endParaRPr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endParaRPr>
            </a:p>
          </p:txBody>
        </p:sp>
        <p:pic>
          <p:nvPicPr>
            <p:cNvPr id="8" name="그래픽 118">
              <a:extLst>
                <a:ext uri="{FF2B5EF4-FFF2-40B4-BE49-F238E27FC236}">
                  <a16:creationId xmlns:a16="http://schemas.microsoft.com/office/drawing/2014/main" id="{1D157731-307A-FF75-5D5D-5D7937AB1CF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299259" y="9900789"/>
              <a:ext cx="1042558" cy="2408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3" name="그룹 2">
            <a:extLst>
              <a:ext uri="{FF2B5EF4-FFF2-40B4-BE49-F238E27FC236}">
                <a16:creationId xmlns:a16="http://schemas.microsoft.com/office/drawing/2014/main" id="{EA9FAA8D-392A-F683-23E8-3D3DF97AE526}"/>
              </a:ext>
            </a:extLst>
          </p:cNvPr>
          <p:cNvGrpSpPr/>
          <p:nvPr/>
        </p:nvGrpSpPr>
        <p:grpSpPr>
          <a:xfrm>
            <a:off x="637929" y="854683"/>
            <a:ext cx="6711703" cy="298397"/>
            <a:chOff x="618004" y="854683"/>
            <a:chExt cx="6711703" cy="298397"/>
          </a:xfrm>
        </p:grpSpPr>
        <p:sp>
          <p:nvSpPr>
            <p:cNvPr id="6" name="Google Shape;25;p2">
              <a:extLst>
                <a:ext uri="{FF2B5EF4-FFF2-40B4-BE49-F238E27FC236}">
                  <a16:creationId xmlns:a16="http://schemas.microsoft.com/office/drawing/2014/main" id="{FB483C0B-1365-7A2B-40A0-B2729DDC9263}"/>
                </a:ext>
              </a:extLst>
            </p:cNvPr>
            <p:cNvSpPr/>
            <p:nvPr/>
          </p:nvSpPr>
          <p:spPr>
            <a:xfrm>
              <a:off x="5994362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48826D"/>
                </a:gs>
                <a:gs pos="80000">
                  <a:srgbClr val="48826D"/>
                </a:gs>
                <a:gs pos="100000">
                  <a:srgbClr val="30554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7" name="Google Shape;25;p2">
              <a:extLst>
                <a:ext uri="{FF2B5EF4-FFF2-40B4-BE49-F238E27FC236}">
                  <a16:creationId xmlns:a16="http://schemas.microsoft.com/office/drawing/2014/main" id="{8B83643B-338C-C6F8-4E90-A8EF04B219B0}"/>
                </a:ext>
              </a:extLst>
            </p:cNvPr>
            <p:cNvSpPr/>
            <p:nvPr/>
          </p:nvSpPr>
          <p:spPr>
            <a:xfrm>
              <a:off x="4653141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84B29C"/>
                </a:gs>
                <a:gs pos="80000">
                  <a:srgbClr val="84B29C"/>
                </a:gs>
                <a:gs pos="100000">
                  <a:srgbClr val="568D77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2" name="Google Shape;25;p2">
              <a:extLst>
                <a:ext uri="{FF2B5EF4-FFF2-40B4-BE49-F238E27FC236}">
                  <a16:creationId xmlns:a16="http://schemas.microsoft.com/office/drawing/2014/main" id="{08DF9732-B797-2F3C-5AD7-A7ACC9B90A21}"/>
                </a:ext>
              </a:extLst>
            </p:cNvPr>
            <p:cNvSpPr/>
            <p:nvPr/>
          </p:nvSpPr>
          <p:spPr>
            <a:xfrm>
              <a:off x="3308260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48826D"/>
                </a:gs>
                <a:gs pos="80000">
                  <a:srgbClr val="48826D"/>
                </a:gs>
                <a:gs pos="100000">
                  <a:srgbClr val="30554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3" name="Google Shape;25;p2">
              <a:extLst>
                <a:ext uri="{FF2B5EF4-FFF2-40B4-BE49-F238E27FC236}">
                  <a16:creationId xmlns:a16="http://schemas.microsoft.com/office/drawing/2014/main" id="{46A0EF80-F0B5-B293-7945-D8B6F0F2F459}"/>
                </a:ext>
              </a:extLst>
            </p:cNvPr>
            <p:cNvSpPr/>
            <p:nvPr/>
          </p:nvSpPr>
          <p:spPr>
            <a:xfrm>
              <a:off x="1967039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84B29C"/>
                </a:gs>
                <a:gs pos="80000">
                  <a:srgbClr val="84B29C"/>
                </a:gs>
                <a:gs pos="100000">
                  <a:srgbClr val="568D77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4" name="Google Shape;25;p2">
              <a:extLst>
                <a:ext uri="{FF2B5EF4-FFF2-40B4-BE49-F238E27FC236}">
                  <a16:creationId xmlns:a16="http://schemas.microsoft.com/office/drawing/2014/main" id="{1E0C0E49-3149-E717-A359-E63939DA0488}"/>
                </a:ext>
              </a:extLst>
            </p:cNvPr>
            <p:cNvSpPr/>
            <p:nvPr/>
          </p:nvSpPr>
          <p:spPr>
            <a:xfrm>
              <a:off x="618004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48826D"/>
                </a:gs>
                <a:gs pos="80000">
                  <a:srgbClr val="48826D"/>
                </a:gs>
                <a:gs pos="100000">
                  <a:srgbClr val="30554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5" name="Google Shape;26;p2">
              <a:extLst>
                <a:ext uri="{FF2B5EF4-FFF2-40B4-BE49-F238E27FC236}">
                  <a16:creationId xmlns:a16="http://schemas.microsoft.com/office/drawing/2014/main" id="{8E5E21AA-E209-F89C-5C13-CC2C300988DF}"/>
                </a:ext>
              </a:extLst>
            </p:cNvPr>
            <p:cNvSpPr txBox="1"/>
            <p:nvPr/>
          </p:nvSpPr>
          <p:spPr>
            <a:xfrm>
              <a:off x="619598" y="937850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MONDAY</a:t>
              </a:r>
              <a:r>
                <a:rPr lang="en-US" sz="1000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월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6" name="Google Shape;29;p2">
              <a:extLst>
                <a:ext uri="{FF2B5EF4-FFF2-40B4-BE49-F238E27FC236}">
                  <a16:creationId xmlns:a16="http://schemas.microsoft.com/office/drawing/2014/main" id="{D1267E4B-B66F-1819-0F48-FA5652DE33ED}"/>
                </a:ext>
              </a:extLst>
            </p:cNvPr>
            <p:cNvSpPr txBox="1"/>
            <p:nvPr/>
          </p:nvSpPr>
          <p:spPr>
            <a:xfrm>
              <a:off x="1962574" y="943793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TUESDAY</a:t>
              </a:r>
              <a:r>
                <a:rPr lang="en-US" sz="1000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화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8" name="Google Shape;32;p2">
              <a:extLst>
                <a:ext uri="{FF2B5EF4-FFF2-40B4-BE49-F238E27FC236}">
                  <a16:creationId xmlns:a16="http://schemas.microsoft.com/office/drawing/2014/main" id="{EB6B79E6-643B-C59A-19DA-2381717F94C5}"/>
                </a:ext>
              </a:extLst>
            </p:cNvPr>
            <p:cNvSpPr txBox="1"/>
            <p:nvPr/>
          </p:nvSpPr>
          <p:spPr>
            <a:xfrm>
              <a:off x="3312267" y="931916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WEDNESDAY</a:t>
              </a:r>
              <a:r>
                <a:rPr lang="en-US" sz="1000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수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20" name="Google Shape;35;p2">
              <a:extLst>
                <a:ext uri="{FF2B5EF4-FFF2-40B4-BE49-F238E27FC236}">
                  <a16:creationId xmlns:a16="http://schemas.microsoft.com/office/drawing/2014/main" id="{87EE6E11-97E5-8DC8-3595-F4B2DA26503B}"/>
                </a:ext>
              </a:extLst>
            </p:cNvPr>
            <p:cNvSpPr txBox="1"/>
            <p:nvPr/>
          </p:nvSpPr>
          <p:spPr>
            <a:xfrm>
              <a:off x="6003772" y="933691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FRIDAY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금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23" name="Google Shape;63;p2">
              <a:extLst>
                <a:ext uri="{FF2B5EF4-FFF2-40B4-BE49-F238E27FC236}">
                  <a16:creationId xmlns:a16="http://schemas.microsoft.com/office/drawing/2014/main" id="{9FCD7BE1-32CE-14AF-63FD-25AEFBB4CB7B}"/>
                </a:ext>
              </a:extLst>
            </p:cNvPr>
            <p:cNvSpPr txBox="1"/>
            <p:nvPr/>
          </p:nvSpPr>
          <p:spPr>
            <a:xfrm>
              <a:off x="4664146" y="930098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THURSDAY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목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</p:grpSp>
      <p:pic>
        <p:nvPicPr>
          <p:cNvPr id="167" name="그림 16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8053" y="1295376"/>
            <a:ext cx="643770" cy="807807"/>
          </a:xfrm>
          <a:prstGeom prst="rect">
            <a:avLst/>
          </a:prstGeom>
        </p:spPr>
      </p:pic>
      <p:sp>
        <p:nvSpPr>
          <p:cNvPr id="168" name="TextBox 167"/>
          <p:cNvSpPr txBox="1"/>
          <p:nvPr/>
        </p:nvSpPr>
        <p:spPr>
          <a:xfrm>
            <a:off x="1585078" y="1271991"/>
            <a:ext cx="3394738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buClr>
                <a:schemeClr val="dk1"/>
              </a:buClr>
              <a:buSzPts val="900"/>
            </a:pPr>
            <a:r>
              <a:rPr lang="ko-KR" altLang="en-US" sz="1000" b="1" dirty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원산지 표기</a:t>
            </a: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쌀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친환경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현미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흑미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찹쌀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친환경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소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육우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돼지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닭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오리고기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</a:t>
            </a:r>
            <a:r>
              <a:rPr lang="ko-KR" altLang="en-US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무항생제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순두부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두부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콩비지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콩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-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배추김치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배추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-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고춧가루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-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삼치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아귀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오징어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고등어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꽃게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패류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새우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베트남산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명태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러시아산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참치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원양산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가다랑어포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인도네시아산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</a:t>
            </a:r>
            <a:endParaRPr lang="en-US" altLang="ko-KR" sz="800" dirty="0">
              <a:solidFill>
                <a:schemeClr val="tx1">
                  <a:lumMod val="65000"/>
                  <a:lumOff val="35000"/>
                </a:schemeClr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169" name="TextBox 168"/>
          <p:cNvSpPr txBox="1"/>
          <p:nvPr/>
        </p:nvSpPr>
        <p:spPr>
          <a:xfrm>
            <a:off x="759009" y="2147853"/>
            <a:ext cx="389670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buClr>
                <a:schemeClr val="dk1"/>
              </a:buClr>
              <a:buSzPts val="900"/>
            </a:pP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* 원재료 </a:t>
            </a:r>
            <a:r>
              <a:rPr lang="ko-KR" altLang="en-US" sz="800" dirty="0" err="1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표시안내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*</a:t>
            </a: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햄</a:t>
            </a:r>
            <a:r>
              <a:rPr lang="en-US" altLang="ko-KR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/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소시지</a:t>
            </a:r>
            <a:r>
              <a:rPr lang="en-US" altLang="ko-KR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(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국내산 </a:t>
            </a:r>
            <a:r>
              <a:rPr lang="ko-KR" altLang="en-US" sz="800" dirty="0" err="1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무항생제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altLang="ko-KR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5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無 또는 </a:t>
            </a:r>
            <a:r>
              <a:rPr lang="en-US" altLang="ko-KR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7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無</a:t>
            </a:r>
            <a:r>
              <a:rPr lang="en-US" altLang="ko-KR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), </a:t>
            </a:r>
            <a:r>
              <a:rPr lang="ko-KR" altLang="en-US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달걀</a:t>
            </a:r>
            <a:r>
              <a:rPr lang="en-US" altLang="ko-KR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(</a:t>
            </a:r>
            <a:r>
              <a:rPr lang="ko-KR" altLang="en-US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국내산 동물복지 유정란 또는 </a:t>
            </a:r>
            <a:r>
              <a:rPr lang="ko-KR" altLang="en-US" sz="800" dirty="0" err="1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무항생제란</a:t>
            </a:r>
            <a:r>
              <a:rPr lang="en-US" altLang="ko-KR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)</a:t>
            </a:r>
          </a:p>
          <a:p>
            <a:pPr lvl="0">
              <a:buClr>
                <a:schemeClr val="dk1"/>
              </a:buClr>
              <a:buSzPts val="900"/>
            </a:pPr>
            <a:endParaRPr lang="en-US" altLang="ko-KR" sz="800" dirty="0">
              <a:solidFill>
                <a:srgbClr val="339966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800" dirty="0" err="1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키즈밀은</a:t>
            </a:r>
            <a:r>
              <a:rPr lang="ko-KR" altLang="en-US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  <a:r>
              <a:rPr lang="ko-KR" altLang="en-US" sz="800" dirty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엄선된 친환경 및 국내산 식자재를 선별</a:t>
            </a:r>
            <a:r>
              <a:rPr lang="ko-KR" altLang="en-US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하여 사용하고</a:t>
            </a:r>
            <a:r>
              <a:rPr lang="en-US" altLang="ko-KR" sz="8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화학첨가물이 들어있는 </a:t>
            </a:r>
            <a:r>
              <a:rPr lang="ko-KR" altLang="en-US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가공식품은 최대한 </a:t>
            </a:r>
            <a:r>
              <a:rPr lang="ko-KR" altLang="en-US" sz="8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배제하여</a:t>
            </a:r>
            <a:r>
              <a:rPr lang="en-US" altLang="ko-KR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  <a:r>
              <a:rPr lang="ko-KR" altLang="en-US" sz="8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올바른 </a:t>
            </a:r>
            <a:r>
              <a:rPr lang="ko-KR" altLang="en-US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식습관 확립 및 균형 잡힌 </a:t>
            </a:r>
            <a:r>
              <a:rPr lang="ko-KR" altLang="en-US" sz="8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영양을 제공합니다</a:t>
            </a:r>
            <a:r>
              <a:rPr lang="en-US" altLang="ko-KR" sz="8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.</a:t>
            </a:r>
            <a:endParaRPr lang="ko-KR" altLang="en-US" sz="800" dirty="0">
              <a:solidFill>
                <a:srgbClr val="146152"/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170" name="TextBox 169"/>
          <p:cNvSpPr txBox="1"/>
          <p:nvPr/>
        </p:nvSpPr>
        <p:spPr>
          <a:xfrm>
            <a:off x="194988" y="424009"/>
            <a:ext cx="11734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5</a:t>
            </a:r>
            <a:r>
              <a:rPr lang="ko-KR" altLang="en-US" sz="1000" dirty="0" smtClean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월 추천 식자재</a:t>
            </a:r>
            <a:endParaRPr lang="en-US" altLang="ko-KR" sz="1000" dirty="0" smtClean="0">
              <a:solidFill>
                <a:srgbClr val="146152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r>
              <a:rPr lang="ko-KR" altLang="en-US" sz="800" dirty="0" err="1" smtClean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마늘쫑</a:t>
            </a:r>
            <a:r>
              <a:rPr lang="ko-KR" altLang="en-US" sz="800" dirty="0" smtClean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altLang="ko-KR" sz="800" dirty="0" smtClean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/ </a:t>
            </a:r>
            <a:r>
              <a:rPr lang="ko-KR" altLang="en-US" sz="800" dirty="0" smtClean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매실</a:t>
            </a:r>
            <a:endParaRPr lang="ko-KR" altLang="en-US" sz="800" dirty="0">
              <a:solidFill>
                <a:srgbClr val="146152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194" name="Google Shape;59;p2">
            <a:extLst>
              <a:ext uri="{FF2B5EF4-FFF2-40B4-BE49-F238E27FC236}">
                <a16:creationId xmlns:a16="http://schemas.microsoft.com/office/drawing/2014/main" id="{DF8F4FD9-F4AD-F7F7-0936-3BD31264363A}"/>
              </a:ext>
            </a:extLst>
          </p:cNvPr>
          <p:cNvSpPr txBox="1"/>
          <p:nvPr/>
        </p:nvSpPr>
        <p:spPr>
          <a:xfrm>
            <a:off x="4693798" y="8317232"/>
            <a:ext cx="268535" cy="2307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8E72"/>
              </a:buClr>
              <a:buSzPts val="1000"/>
              <a:buFont typeface="Arial"/>
              <a:buNone/>
            </a:pPr>
            <a:r>
              <a:rPr lang="en-US" sz="900" b="1" dirty="0" smtClean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28</a:t>
            </a:r>
            <a:endParaRPr sz="900" b="1" u="none" strike="noStrike" cap="none" dirty="0">
              <a:solidFill>
                <a:srgbClr val="84B29C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  <a:sym typeface="Arial"/>
            </a:endParaRPr>
          </a:p>
        </p:txBody>
      </p:sp>
      <p:sp>
        <p:nvSpPr>
          <p:cNvPr id="195" name="Google Shape;59;p2">
            <a:extLst>
              <a:ext uri="{FF2B5EF4-FFF2-40B4-BE49-F238E27FC236}">
                <a16:creationId xmlns:a16="http://schemas.microsoft.com/office/drawing/2014/main" id="{DF8F4FD9-F4AD-F7F7-0936-3BD31264363A}"/>
              </a:ext>
            </a:extLst>
          </p:cNvPr>
          <p:cNvSpPr txBox="1"/>
          <p:nvPr/>
        </p:nvSpPr>
        <p:spPr>
          <a:xfrm>
            <a:off x="6041133" y="8317232"/>
            <a:ext cx="268535" cy="2307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8E72"/>
              </a:buClr>
              <a:buSzPts val="1000"/>
              <a:buFont typeface="Arial"/>
              <a:buNone/>
            </a:pPr>
            <a:r>
              <a:rPr lang="en-US" sz="900" b="1" dirty="0" smtClean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29</a:t>
            </a:r>
            <a:endParaRPr sz="900" b="1" u="none" strike="noStrike" cap="none" dirty="0">
              <a:solidFill>
                <a:srgbClr val="84B29C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  <a:sym typeface="Arial"/>
            </a:endParaRPr>
          </a:p>
        </p:txBody>
      </p:sp>
      <p:pic>
        <p:nvPicPr>
          <p:cNvPr id="166" name="그림 165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7928" y="8359774"/>
            <a:ext cx="1327530" cy="1645285"/>
          </a:xfrm>
          <a:prstGeom prst="rect">
            <a:avLst/>
          </a:prstGeom>
        </p:spPr>
      </p:pic>
      <p:sp>
        <p:nvSpPr>
          <p:cNvPr id="196" name="TextBox 195"/>
          <p:cNvSpPr txBox="1"/>
          <p:nvPr/>
        </p:nvSpPr>
        <p:spPr>
          <a:xfrm>
            <a:off x="747990" y="8858453"/>
            <a:ext cx="11074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dirty="0" smtClean="0">
                <a:solidFill>
                  <a:srgbClr val="216A5B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부처님 오신 날</a:t>
            </a:r>
            <a:endParaRPr lang="en-US" altLang="ko-KR" sz="1000" dirty="0" smtClean="0">
              <a:solidFill>
                <a:srgbClr val="216A5B"/>
              </a:solidFill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  <a:p>
            <a:pPr algn="ctr"/>
            <a:r>
              <a:rPr lang="en-US" altLang="ko-KR" sz="800" dirty="0" smtClean="0">
                <a:solidFill>
                  <a:srgbClr val="216A5B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*</a:t>
            </a:r>
            <a:r>
              <a:rPr lang="ko-KR" altLang="en-US" sz="800" dirty="0" err="1" smtClean="0">
                <a:solidFill>
                  <a:srgbClr val="216A5B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대체공휴일</a:t>
            </a:r>
            <a:r>
              <a:rPr lang="en-US" altLang="ko-KR" sz="800" dirty="0" smtClean="0">
                <a:solidFill>
                  <a:srgbClr val="216A5B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*</a:t>
            </a:r>
            <a:endParaRPr lang="ko-KR" altLang="en-US" sz="800" dirty="0">
              <a:solidFill>
                <a:srgbClr val="216A5B"/>
              </a:solidFill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pic>
        <p:nvPicPr>
          <p:cNvPr id="199" name="그림 198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1238" y="160608"/>
            <a:ext cx="911049" cy="612731"/>
          </a:xfrm>
          <a:prstGeom prst="rect">
            <a:avLst/>
          </a:prstGeom>
        </p:spPr>
      </p:pic>
      <p:pic>
        <p:nvPicPr>
          <p:cNvPr id="201" name="그림 200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83436" y="2972932"/>
            <a:ext cx="1333173" cy="1751631"/>
          </a:xfrm>
          <a:prstGeom prst="rect">
            <a:avLst/>
          </a:prstGeom>
        </p:spPr>
      </p:pic>
      <p:sp>
        <p:nvSpPr>
          <p:cNvPr id="198" name="TextBox 197"/>
          <p:cNvSpPr txBox="1"/>
          <p:nvPr/>
        </p:nvSpPr>
        <p:spPr>
          <a:xfrm>
            <a:off x="2091763" y="3396692"/>
            <a:ext cx="110740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 smtClean="0">
                <a:solidFill>
                  <a:srgbClr val="216A5B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어린이날</a:t>
            </a:r>
            <a:endParaRPr lang="ko-KR" altLang="en-US" sz="1200" dirty="0">
              <a:solidFill>
                <a:srgbClr val="216A5B"/>
              </a:solidFill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grpSp>
        <p:nvGrpSpPr>
          <p:cNvPr id="173" name="Google Shape;36;p2">
            <a:extLst>
              <a:ext uri="{FF2B5EF4-FFF2-40B4-BE49-F238E27FC236}">
                <a16:creationId xmlns:a16="http://schemas.microsoft.com/office/drawing/2014/main" id="{351B882D-32A2-1AEA-E625-69A54A120CAE}"/>
              </a:ext>
            </a:extLst>
          </p:cNvPr>
          <p:cNvGrpSpPr/>
          <p:nvPr/>
        </p:nvGrpSpPr>
        <p:grpSpPr>
          <a:xfrm>
            <a:off x="637928" y="1173476"/>
            <a:ext cx="5677110" cy="7378634"/>
            <a:chOff x="618003" y="1157978"/>
            <a:chExt cx="5677110" cy="7378634"/>
          </a:xfrm>
        </p:grpSpPr>
        <p:sp>
          <p:nvSpPr>
            <p:cNvPr id="174" name="Google Shape;37;p2">
              <a:extLst>
                <a:ext uri="{FF2B5EF4-FFF2-40B4-BE49-F238E27FC236}">
                  <a16:creationId xmlns:a16="http://schemas.microsoft.com/office/drawing/2014/main" id="{2DA118F4-3362-50F0-23BA-73A82E35316D}"/>
                </a:ext>
              </a:extLst>
            </p:cNvPr>
            <p:cNvSpPr txBox="1"/>
            <p:nvPr/>
          </p:nvSpPr>
          <p:spPr>
            <a:xfrm>
              <a:off x="624113" y="1164507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75" name="Google Shape;41;p2">
              <a:extLst>
                <a:ext uri="{FF2B5EF4-FFF2-40B4-BE49-F238E27FC236}">
                  <a16:creationId xmlns:a16="http://schemas.microsoft.com/office/drawing/2014/main" id="{847E75D2-F0C6-914E-F677-BD558494F54F}"/>
                </a:ext>
              </a:extLst>
            </p:cNvPr>
            <p:cNvSpPr txBox="1"/>
            <p:nvPr/>
          </p:nvSpPr>
          <p:spPr>
            <a:xfrm>
              <a:off x="6016472" y="1157978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u="none" strike="noStrike" cap="none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01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76" name="Google Shape;42;p2">
              <a:extLst>
                <a:ext uri="{FF2B5EF4-FFF2-40B4-BE49-F238E27FC236}">
                  <a16:creationId xmlns:a16="http://schemas.microsoft.com/office/drawing/2014/main" id="{D3ABBF6A-4940-94AC-EF1F-9033FBD0DEC7}"/>
                </a:ext>
              </a:extLst>
            </p:cNvPr>
            <p:cNvSpPr txBox="1"/>
            <p:nvPr/>
          </p:nvSpPr>
          <p:spPr>
            <a:xfrm>
              <a:off x="634219" y="2973864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u="none" strike="noStrike" cap="none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04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77" name="Google Shape;43;p2">
              <a:extLst>
                <a:ext uri="{FF2B5EF4-FFF2-40B4-BE49-F238E27FC236}">
                  <a16:creationId xmlns:a16="http://schemas.microsoft.com/office/drawing/2014/main" id="{E0B52BA2-CFAD-85EB-60B7-D63D836CD77F}"/>
                </a:ext>
              </a:extLst>
            </p:cNvPr>
            <p:cNvSpPr txBox="1"/>
            <p:nvPr/>
          </p:nvSpPr>
          <p:spPr>
            <a:xfrm>
              <a:off x="1983608" y="2971503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u="none" strike="noStrike" cap="none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05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78" name="Google Shape;44;p2">
              <a:extLst>
                <a:ext uri="{FF2B5EF4-FFF2-40B4-BE49-F238E27FC236}">
                  <a16:creationId xmlns:a16="http://schemas.microsoft.com/office/drawing/2014/main" id="{F8634860-E6E7-55AD-F237-0F0581EA6E0F}"/>
                </a:ext>
              </a:extLst>
            </p:cNvPr>
            <p:cNvSpPr txBox="1"/>
            <p:nvPr/>
          </p:nvSpPr>
          <p:spPr>
            <a:xfrm>
              <a:off x="3323060" y="2969728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u="none" strike="noStrike" cap="none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06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79" name="Google Shape;45;p2">
              <a:extLst>
                <a:ext uri="{FF2B5EF4-FFF2-40B4-BE49-F238E27FC236}">
                  <a16:creationId xmlns:a16="http://schemas.microsoft.com/office/drawing/2014/main" id="{0E7BEB21-709C-7C25-CB25-6F398F3EFF9B}"/>
                </a:ext>
              </a:extLst>
            </p:cNvPr>
            <p:cNvSpPr txBox="1"/>
            <p:nvPr/>
          </p:nvSpPr>
          <p:spPr>
            <a:xfrm>
              <a:off x="4673874" y="2969727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07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80" name="Google Shape;46;p2">
              <a:extLst>
                <a:ext uri="{FF2B5EF4-FFF2-40B4-BE49-F238E27FC236}">
                  <a16:creationId xmlns:a16="http://schemas.microsoft.com/office/drawing/2014/main" id="{4457248D-19F3-64DE-EACB-8874389D5C2E}"/>
                </a:ext>
              </a:extLst>
            </p:cNvPr>
            <p:cNvSpPr txBox="1"/>
            <p:nvPr/>
          </p:nvSpPr>
          <p:spPr>
            <a:xfrm>
              <a:off x="6026578" y="2967335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08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81" name="Google Shape;47;p2">
              <a:extLst>
                <a:ext uri="{FF2B5EF4-FFF2-40B4-BE49-F238E27FC236}">
                  <a16:creationId xmlns:a16="http://schemas.microsoft.com/office/drawing/2014/main" id="{E8CC9484-49CF-1231-E7EA-18F0BC179853}"/>
                </a:ext>
              </a:extLst>
            </p:cNvPr>
            <p:cNvSpPr txBox="1"/>
            <p:nvPr/>
          </p:nvSpPr>
          <p:spPr>
            <a:xfrm>
              <a:off x="618003" y="4757281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u="none" strike="noStrike" cap="none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11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82" name="Google Shape;48;p2">
              <a:extLst>
                <a:ext uri="{FF2B5EF4-FFF2-40B4-BE49-F238E27FC236}">
                  <a16:creationId xmlns:a16="http://schemas.microsoft.com/office/drawing/2014/main" id="{1252665C-5F25-50F0-B4C6-0A3FB2D4A8AC}"/>
                </a:ext>
              </a:extLst>
            </p:cNvPr>
            <p:cNvSpPr txBox="1"/>
            <p:nvPr/>
          </p:nvSpPr>
          <p:spPr>
            <a:xfrm>
              <a:off x="1967392" y="4754920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12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83" name="Google Shape;49;p2">
              <a:extLst>
                <a:ext uri="{FF2B5EF4-FFF2-40B4-BE49-F238E27FC236}">
                  <a16:creationId xmlns:a16="http://schemas.microsoft.com/office/drawing/2014/main" id="{A1E8AA39-180F-7517-1D3D-A5AA2D784A86}"/>
                </a:ext>
              </a:extLst>
            </p:cNvPr>
            <p:cNvSpPr txBox="1"/>
            <p:nvPr/>
          </p:nvSpPr>
          <p:spPr>
            <a:xfrm>
              <a:off x="3306844" y="4753145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13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84" name="Google Shape;50;p2">
              <a:extLst>
                <a:ext uri="{FF2B5EF4-FFF2-40B4-BE49-F238E27FC236}">
                  <a16:creationId xmlns:a16="http://schemas.microsoft.com/office/drawing/2014/main" id="{3524CA58-FBEA-B15E-0BFE-596FB186918C}"/>
                </a:ext>
              </a:extLst>
            </p:cNvPr>
            <p:cNvSpPr txBox="1"/>
            <p:nvPr/>
          </p:nvSpPr>
          <p:spPr>
            <a:xfrm>
              <a:off x="4657658" y="4753144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14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85" name="Google Shape;51;p2">
              <a:extLst>
                <a:ext uri="{FF2B5EF4-FFF2-40B4-BE49-F238E27FC236}">
                  <a16:creationId xmlns:a16="http://schemas.microsoft.com/office/drawing/2014/main" id="{477F1C95-1A35-F4A5-CA63-B444EAD506E4}"/>
                </a:ext>
              </a:extLst>
            </p:cNvPr>
            <p:cNvSpPr txBox="1"/>
            <p:nvPr/>
          </p:nvSpPr>
          <p:spPr>
            <a:xfrm>
              <a:off x="6010362" y="4750752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15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86" name="Google Shape;52;p2">
              <a:extLst>
                <a:ext uri="{FF2B5EF4-FFF2-40B4-BE49-F238E27FC236}">
                  <a16:creationId xmlns:a16="http://schemas.microsoft.com/office/drawing/2014/main" id="{234CAFBB-4FB3-330B-EFA7-D94ED00DEAFC}"/>
                </a:ext>
              </a:extLst>
            </p:cNvPr>
            <p:cNvSpPr txBox="1"/>
            <p:nvPr/>
          </p:nvSpPr>
          <p:spPr>
            <a:xfrm>
              <a:off x="618003" y="6513909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18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87" name="Google Shape;53;p2">
              <a:extLst>
                <a:ext uri="{FF2B5EF4-FFF2-40B4-BE49-F238E27FC236}">
                  <a16:creationId xmlns:a16="http://schemas.microsoft.com/office/drawing/2014/main" id="{D62E2A19-8493-4418-9F24-377DE04E4822}"/>
                </a:ext>
              </a:extLst>
            </p:cNvPr>
            <p:cNvSpPr txBox="1"/>
            <p:nvPr/>
          </p:nvSpPr>
          <p:spPr>
            <a:xfrm>
              <a:off x="1967392" y="6511548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19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88" name="Google Shape;54;p2">
              <a:extLst>
                <a:ext uri="{FF2B5EF4-FFF2-40B4-BE49-F238E27FC236}">
                  <a16:creationId xmlns:a16="http://schemas.microsoft.com/office/drawing/2014/main" id="{18C5B212-DADC-1310-AA28-2342DBDA901B}"/>
                </a:ext>
              </a:extLst>
            </p:cNvPr>
            <p:cNvSpPr txBox="1"/>
            <p:nvPr/>
          </p:nvSpPr>
          <p:spPr>
            <a:xfrm>
              <a:off x="3306844" y="6509773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20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89" name="Google Shape;55;p2">
              <a:extLst>
                <a:ext uri="{FF2B5EF4-FFF2-40B4-BE49-F238E27FC236}">
                  <a16:creationId xmlns:a16="http://schemas.microsoft.com/office/drawing/2014/main" id="{5BA08C42-EBA3-18B6-FCA4-C19EBA1B2586}"/>
                </a:ext>
              </a:extLst>
            </p:cNvPr>
            <p:cNvSpPr txBox="1"/>
            <p:nvPr/>
          </p:nvSpPr>
          <p:spPr>
            <a:xfrm>
              <a:off x="4657658" y="6509772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21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90" name="Google Shape;56;p2">
              <a:extLst>
                <a:ext uri="{FF2B5EF4-FFF2-40B4-BE49-F238E27FC236}">
                  <a16:creationId xmlns:a16="http://schemas.microsoft.com/office/drawing/2014/main" id="{04217DA5-F11F-3188-DA5F-CB119DD79B30}"/>
                </a:ext>
              </a:extLst>
            </p:cNvPr>
            <p:cNvSpPr txBox="1"/>
            <p:nvPr/>
          </p:nvSpPr>
          <p:spPr>
            <a:xfrm>
              <a:off x="6010362" y="6507380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22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91" name="Google Shape;57;p2">
              <a:extLst>
                <a:ext uri="{FF2B5EF4-FFF2-40B4-BE49-F238E27FC236}">
                  <a16:creationId xmlns:a16="http://schemas.microsoft.com/office/drawing/2014/main" id="{7C8FFC1C-C58F-98BF-6575-810B9E24C750}"/>
                </a:ext>
              </a:extLst>
            </p:cNvPr>
            <p:cNvSpPr txBox="1"/>
            <p:nvPr/>
          </p:nvSpPr>
          <p:spPr>
            <a:xfrm>
              <a:off x="618003" y="8305870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25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92" name="Google Shape;58;p2">
              <a:extLst>
                <a:ext uri="{FF2B5EF4-FFF2-40B4-BE49-F238E27FC236}">
                  <a16:creationId xmlns:a16="http://schemas.microsoft.com/office/drawing/2014/main" id="{97C28457-5A36-A39C-C52C-025E466978C7}"/>
                </a:ext>
              </a:extLst>
            </p:cNvPr>
            <p:cNvSpPr txBox="1"/>
            <p:nvPr/>
          </p:nvSpPr>
          <p:spPr>
            <a:xfrm>
              <a:off x="1967392" y="8303509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26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93" name="Google Shape;59;p2">
              <a:extLst>
                <a:ext uri="{FF2B5EF4-FFF2-40B4-BE49-F238E27FC236}">
                  <a16:creationId xmlns:a16="http://schemas.microsoft.com/office/drawing/2014/main" id="{DF8F4FD9-F4AD-F7F7-0936-3BD31264363A}"/>
                </a:ext>
              </a:extLst>
            </p:cNvPr>
            <p:cNvSpPr txBox="1"/>
            <p:nvPr/>
          </p:nvSpPr>
          <p:spPr>
            <a:xfrm>
              <a:off x="3306844" y="8301734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27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4009666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">
          <a:extLst>
            <a:ext uri="{FF2B5EF4-FFF2-40B4-BE49-F238E27FC236}">
              <a16:creationId xmlns:a16="http://schemas.microsoft.com/office/drawing/2014/main" id="{B126B5E3-43C1-2D45-7172-5913CF8425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">
            <a:extLst>
              <a:ext uri="{FF2B5EF4-FFF2-40B4-BE49-F238E27FC236}">
                <a16:creationId xmlns:a16="http://schemas.microsoft.com/office/drawing/2014/main" id="{A5EE5CB6-12A2-D35D-E4E9-8FD018AA5603}"/>
              </a:ext>
            </a:extLst>
          </p:cNvPr>
          <p:cNvSpPr txBox="1"/>
          <p:nvPr/>
        </p:nvSpPr>
        <p:spPr>
          <a:xfrm>
            <a:off x="6010362" y="496012"/>
            <a:ext cx="1267715" cy="1863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dirty="0" smtClean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OOO </a:t>
            </a:r>
            <a:r>
              <a:rPr lang="ko-KR" altLang="en-US" sz="1200" dirty="0" smtClean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지점</a:t>
            </a:r>
            <a:endParaRPr sz="1200" u="none" strike="noStrike" cap="none" dirty="0">
              <a:solidFill>
                <a:srgbClr val="146152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  <a:sym typeface="Arial"/>
            </a:endParaRPr>
          </a:p>
        </p:txBody>
      </p:sp>
      <p:sp>
        <p:nvSpPr>
          <p:cNvPr id="22" name="Google Shape;22;p2">
            <a:extLst>
              <a:ext uri="{FF2B5EF4-FFF2-40B4-BE49-F238E27FC236}">
                <a16:creationId xmlns:a16="http://schemas.microsoft.com/office/drawing/2014/main" id="{7E14A02F-F46F-1094-16ED-98E2F0DA2046}"/>
              </a:ext>
            </a:extLst>
          </p:cNvPr>
          <p:cNvSpPr txBox="1"/>
          <p:nvPr/>
        </p:nvSpPr>
        <p:spPr>
          <a:xfrm>
            <a:off x="2523941" y="313013"/>
            <a:ext cx="336454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8E72"/>
              </a:buClr>
              <a:buSzPts val="2400"/>
              <a:buFont typeface="Arial"/>
              <a:buNone/>
            </a:pPr>
            <a:r>
              <a:rPr lang="en-US" sz="2400" b="1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키즈밀</a:t>
            </a:r>
            <a:r>
              <a:rPr lang="en-US" sz="24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 </a:t>
            </a:r>
            <a:r>
              <a:rPr lang="en-US" sz="2400" b="1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튼튼</a:t>
            </a:r>
            <a:r>
              <a:rPr lang="en-US" sz="24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 </a:t>
            </a:r>
            <a:r>
              <a:rPr lang="en-US" sz="2400" b="1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식단</a:t>
            </a:r>
            <a:r>
              <a:rPr lang="en-US" sz="24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 </a:t>
            </a:r>
            <a:r>
              <a:rPr lang="en-US" sz="1500" u="none" strike="noStrike" cap="none" dirty="0" smtClean="0">
                <a:solidFill>
                  <a:srgbClr val="146152"/>
                </a:solidFill>
                <a:latin typeface="OLDWEST" pitchFamily="2" charset="0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2026 </a:t>
            </a:r>
            <a:r>
              <a:rPr lang="en-US" sz="1500" dirty="0" smtClean="0">
                <a:solidFill>
                  <a:srgbClr val="146152"/>
                </a:solidFill>
                <a:latin typeface="OLDWEST" pitchFamily="2" charset="0"/>
                <a:ea typeface="Pretendard" panose="02000503000000020004" pitchFamily="2" charset="-127"/>
                <a:cs typeface="Pretendard" panose="02000503000000020004" pitchFamily="2" charset="-127"/>
              </a:rPr>
              <a:t>MAY</a:t>
            </a:r>
            <a:endParaRPr sz="1500" u="none" strike="noStrike" cap="none" dirty="0">
              <a:solidFill>
                <a:srgbClr val="146152"/>
              </a:solidFill>
              <a:latin typeface="OLDWEST" pitchFamily="2" charset="0"/>
              <a:ea typeface="Pretendard" panose="02000503000000020004" pitchFamily="2" charset="-127"/>
              <a:cs typeface="Pretendard" panose="02000503000000020004" pitchFamily="2" charset="-127"/>
              <a:sym typeface="Arial"/>
            </a:endParaRPr>
          </a:p>
        </p:txBody>
      </p:sp>
      <p:graphicFrame>
        <p:nvGraphicFramePr>
          <p:cNvPr id="17" name="Google Shape;17;p2">
            <a:extLst>
              <a:ext uri="{FF2B5EF4-FFF2-40B4-BE49-F238E27FC236}">
                <a16:creationId xmlns:a16="http://schemas.microsoft.com/office/drawing/2014/main" id="{FD0EAF99-6977-0928-BB3C-61B480A5CB7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31241668"/>
              </p:ext>
            </p:extLst>
          </p:nvPr>
        </p:nvGraphicFramePr>
        <p:xfrm>
          <a:off x="194988" y="1156203"/>
          <a:ext cx="7166525" cy="8856273"/>
        </p:xfrm>
        <a:graphic>
          <a:graphicData uri="http://schemas.openxmlformats.org/drawingml/2006/table">
            <a:tbl>
              <a:tblPr>
                <a:noFill/>
                <a:tableStyleId>{0CD827EC-5CFA-433B-8004-491D8FC1E32A}</a:tableStyleId>
              </a:tblPr>
              <a:tblGrid>
                <a:gridCol w="4345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4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46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46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46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464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7855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1주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endParaRPr sz="600" b="0" i="0" u="none" strike="noStrike" cap="none" dirty="0"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endParaRPr lang="ko-KR" altLang="en-US" sz="900" b="0" i="0" u="none" strike="noStrike" cap="none" dirty="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내용</a:t>
                      </a:r>
                      <a:br>
                        <a:rPr lang="ko-KR" altLang="en-US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</a:br>
                      <a:r>
                        <a:rPr lang="ko-KR" altLang="en-US" sz="9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내용</a:t>
                      </a:r>
                      <a:r>
                        <a:rPr lang="ko-KR" altLang="en-US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/>
                      </a:r>
                      <a:br>
                        <a:rPr lang="ko-KR" altLang="en-US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</a:br>
                      <a:r>
                        <a:rPr lang="ko-KR" altLang="en-US" sz="9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내용</a:t>
                      </a:r>
                      <a:r>
                        <a:rPr lang="ko-KR" altLang="en-US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/>
                      </a:r>
                      <a:br>
                        <a:rPr lang="ko-KR" altLang="en-US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</a:br>
                      <a:r>
                        <a:rPr lang="ko-KR" altLang="en-US" sz="9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내용</a:t>
                      </a:r>
                      <a:r>
                        <a:rPr lang="ko-KR" altLang="en-US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/>
                      </a:r>
                      <a:br>
                        <a:rPr lang="ko-KR" altLang="en-US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</a:br>
                      <a:r>
                        <a:rPr lang="ko-KR" altLang="en-US" sz="9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내용</a:t>
                      </a:r>
                      <a:r>
                        <a:rPr lang="ko-KR" altLang="en-US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/>
                      </a:r>
                      <a:br>
                        <a:rPr lang="ko-KR" altLang="en-US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</a:br>
                      <a:r>
                        <a:rPr lang="ko-KR" altLang="en-US" sz="9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내용</a:t>
                      </a:r>
                      <a:r>
                        <a:rPr lang="ko-KR" altLang="en-US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/>
                      </a:r>
                      <a:br>
                        <a:rPr lang="ko-KR" altLang="en-US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</a:br>
                      <a:r>
                        <a:rPr lang="ko-KR" altLang="en-US" sz="9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내용</a:t>
                      </a:r>
                      <a:endParaRPr lang="ko-KR" altLang="en-US" sz="900" b="0" i="0" u="none" strike="noStrike" cap="none" dirty="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855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smtClean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2주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7855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3주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7855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4주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714073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5주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grpSp>
        <p:nvGrpSpPr>
          <p:cNvPr id="64" name="Google Shape;64;p2">
            <a:extLst>
              <a:ext uri="{FF2B5EF4-FFF2-40B4-BE49-F238E27FC236}">
                <a16:creationId xmlns:a16="http://schemas.microsoft.com/office/drawing/2014/main" id="{813A8125-7AAD-9608-BE31-C4FCD26C9CF8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4985001" y="135923"/>
            <a:ext cx="1436533" cy="634167"/>
            <a:chOff x="2636838" y="3954463"/>
            <a:chExt cx="3836987" cy="1693863"/>
          </a:xfrm>
        </p:grpSpPr>
        <p:grpSp>
          <p:nvGrpSpPr>
            <p:cNvPr id="65" name="Google Shape;65;p2">
              <a:extLst>
                <a:ext uri="{FF2B5EF4-FFF2-40B4-BE49-F238E27FC236}">
                  <a16:creationId xmlns:a16="http://schemas.microsoft.com/office/drawing/2014/main" id="{D030709F-E4F3-2BAA-709A-63A475F5CEA3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303588" y="4951413"/>
              <a:ext cx="1827212" cy="696913"/>
              <a:chOff x="3303588" y="4951413"/>
              <a:chExt cx="1827212" cy="696913"/>
            </a:xfrm>
          </p:grpSpPr>
          <p:sp>
            <p:nvSpPr>
              <p:cNvPr id="66" name="Google Shape;66;p2">
                <a:extLst>
                  <a:ext uri="{FF2B5EF4-FFF2-40B4-BE49-F238E27FC236}">
                    <a16:creationId xmlns:a16="http://schemas.microsoft.com/office/drawing/2014/main" id="{7F8539C4-C5F2-8185-996C-F4363F69671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33750" y="5003801"/>
                <a:ext cx="847725" cy="465138"/>
              </a:xfrm>
              <a:custGeom>
                <a:avLst/>
                <a:gdLst/>
                <a:ahLst/>
                <a:cxnLst/>
                <a:rect l="l" t="t" r="r" b="b"/>
                <a:pathLst>
                  <a:path w="312" h="171" extrusionOk="0">
                    <a:moveTo>
                      <a:pt x="302" y="115"/>
                    </a:moveTo>
                    <a:cubicBezTo>
                      <a:pt x="285" y="114"/>
                      <a:pt x="268" y="109"/>
                      <a:pt x="253" y="101"/>
                    </a:cubicBezTo>
                    <a:cubicBezTo>
                      <a:pt x="256" y="89"/>
                      <a:pt x="259" y="78"/>
                      <a:pt x="259" y="66"/>
                    </a:cubicBezTo>
                    <a:cubicBezTo>
                      <a:pt x="259" y="54"/>
                      <a:pt x="256" y="42"/>
                      <a:pt x="248" y="34"/>
                    </a:cubicBezTo>
                    <a:cubicBezTo>
                      <a:pt x="240" y="25"/>
                      <a:pt x="226" y="21"/>
                      <a:pt x="216" y="27"/>
                    </a:cubicBezTo>
                    <a:cubicBezTo>
                      <a:pt x="205" y="32"/>
                      <a:pt x="200" y="46"/>
                      <a:pt x="207" y="56"/>
                    </a:cubicBezTo>
                    <a:cubicBezTo>
                      <a:pt x="201" y="41"/>
                      <a:pt x="192" y="27"/>
                      <a:pt x="181" y="15"/>
                    </a:cubicBezTo>
                    <a:cubicBezTo>
                      <a:pt x="175" y="10"/>
                      <a:pt x="169" y="6"/>
                      <a:pt x="162" y="4"/>
                    </a:cubicBezTo>
                    <a:cubicBezTo>
                      <a:pt x="155" y="2"/>
                      <a:pt x="146" y="4"/>
                      <a:pt x="142" y="9"/>
                    </a:cubicBezTo>
                    <a:cubicBezTo>
                      <a:pt x="134" y="19"/>
                      <a:pt x="140" y="34"/>
                      <a:pt x="147" y="45"/>
                    </a:cubicBezTo>
                    <a:cubicBezTo>
                      <a:pt x="142" y="48"/>
                      <a:pt x="136" y="44"/>
                      <a:pt x="132" y="41"/>
                    </a:cubicBezTo>
                    <a:cubicBezTo>
                      <a:pt x="101" y="17"/>
                      <a:pt x="59" y="0"/>
                      <a:pt x="23" y="14"/>
                    </a:cubicBezTo>
                    <a:cubicBezTo>
                      <a:pt x="17" y="16"/>
                      <a:pt x="12" y="19"/>
                      <a:pt x="9" y="24"/>
                    </a:cubicBezTo>
                    <a:cubicBezTo>
                      <a:pt x="0" y="36"/>
                      <a:pt x="8" y="52"/>
                      <a:pt x="17" y="63"/>
                    </a:cubicBezTo>
                    <a:cubicBezTo>
                      <a:pt x="38" y="86"/>
                      <a:pt x="67" y="101"/>
                      <a:pt x="97" y="105"/>
                    </a:cubicBezTo>
                    <a:cubicBezTo>
                      <a:pt x="90" y="112"/>
                      <a:pt x="82" y="120"/>
                      <a:pt x="78" y="130"/>
                    </a:cubicBezTo>
                    <a:cubicBezTo>
                      <a:pt x="74" y="140"/>
                      <a:pt x="75" y="152"/>
                      <a:pt x="83" y="160"/>
                    </a:cubicBezTo>
                    <a:cubicBezTo>
                      <a:pt x="87" y="163"/>
                      <a:pt x="93" y="165"/>
                      <a:pt x="99" y="166"/>
                    </a:cubicBezTo>
                    <a:cubicBezTo>
                      <a:pt x="126" y="171"/>
                      <a:pt x="156" y="163"/>
                      <a:pt x="177" y="145"/>
                    </a:cubicBezTo>
                    <a:cubicBezTo>
                      <a:pt x="177" y="156"/>
                      <a:pt x="190" y="165"/>
                      <a:pt x="201" y="164"/>
                    </a:cubicBezTo>
                    <a:cubicBezTo>
                      <a:pt x="212" y="162"/>
                      <a:pt x="221" y="152"/>
                      <a:pt x="224" y="141"/>
                    </a:cubicBezTo>
                    <a:cubicBezTo>
                      <a:pt x="227" y="130"/>
                      <a:pt x="225" y="118"/>
                      <a:pt x="221" y="107"/>
                    </a:cubicBezTo>
                    <a:cubicBezTo>
                      <a:pt x="250" y="116"/>
                      <a:pt x="281" y="123"/>
                      <a:pt x="312" y="128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67" name="Google Shape;67;p2">
                <a:extLst>
                  <a:ext uri="{FF2B5EF4-FFF2-40B4-BE49-F238E27FC236}">
                    <a16:creationId xmlns:a16="http://schemas.microsoft.com/office/drawing/2014/main" id="{9F382793-5E82-3193-0104-6BDC18269E8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749800" y="5414963"/>
                <a:ext cx="57150" cy="217488"/>
              </a:xfrm>
              <a:custGeom>
                <a:avLst/>
                <a:gdLst/>
                <a:ahLst/>
                <a:cxnLst/>
                <a:rect l="l" t="t" r="r" b="b"/>
                <a:pathLst>
                  <a:path w="21" h="80" extrusionOk="0">
                    <a:moveTo>
                      <a:pt x="5" y="78"/>
                    </a:moveTo>
                    <a:cubicBezTo>
                      <a:pt x="16" y="54"/>
                      <a:pt x="21" y="28"/>
                      <a:pt x="18" y="2"/>
                    </a:cubicBezTo>
                    <a:cubicBezTo>
                      <a:pt x="18" y="0"/>
                      <a:pt x="14" y="0"/>
                      <a:pt x="14" y="3"/>
                    </a:cubicBezTo>
                    <a:cubicBezTo>
                      <a:pt x="16" y="28"/>
                      <a:pt x="12" y="53"/>
                      <a:pt x="1" y="76"/>
                    </a:cubicBezTo>
                    <a:cubicBezTo>
                      <a:pt x="0" y="78"/>
                      <a:pt x="4" y="80"/>
                      <a:pt x="5" y="7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68" name="Google Shape;68;p2">
                <a:extLst>
                  <a:ext uri="{FF2B5EF4-FFF2-40B4-BE49-F238E27FC236}">
                    <a16:creationId xmlns:a16="http://schemas.microsoft.com/office/drawing/2014/main" id="{19A79442-C8A4-EAD7-547B-7DF051D03AF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803775" y="5570538"/>
                <a:ext cx="25400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9" h="19" extrusionOk="0">
                    <a:moveTo>
                      <a:pt x="5" y="16"/>
                    </a:moveTo>
                    <a:cubicBezTo>
                      <a:pt x="7" y="12"/>
                      <a:pt x="9" y="8"/>
                      <a:pt x="9" y="4"/>
                    </a:cubicBezTo>
                    <a:cubicBezTo>
                      <a:pt x="9" y="1"/>
                      <a:pt x="5" y="0"/>
                      <a:pt x="5" y="3"/>
                    </a:cubicBezTo>
                    <a:cubicBezTo>
                      <a:pt x="4" y="7"/>
                      <a:pt x="3" y="11"/>
                      <a:pt x="2" y="15"/>
                    </a:cubicBezTo>
                    <a:cubicBezTo>
                      <a:pt x="0" y="17"/>
                      <a:pt x="4" y="19"/>
                      <a:pt x="5" y="1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69" name="Google Shape;69;p2">
                <a:extLst>
                  <a:ext uri="{FF2B5EF4-FFF2-40B4-BE49-F238E27FC236}">
                    <a16:creationId xmlns:a16="http://schemas.microsoft.com/office/drawing/2014/main" id="{4B5A9050-9183-9CC0-137A-EEA22B61E14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859338" y="5400676"/>
                <a:ext cx="57150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21" h="73" extrusionOk="0">
                    <a:moveTo>
                      <a:pt x="5" y="71"/>
                    </a:moveTo>
                    <a:cubicBezTo>
                      <a:pt x="16" y="50"/>
                      <a:pt x="21" y="26"/>
                      <a:pt x="18" y="2"/>
                    </a:cubicBezTo>
                    <a:cubicBezTo>
                      <a:pt x="18" y="0"/>
                      <a:pt x="14" y="0"/>
                      <a:pt x="14" y="3"/>
                    </a:cubicBezTo>
                    <a:cubicBezTo>
                      <a:pt x="16" y="26"/>
                      <a:pt x="12" y="49"/>
                      <a:pt x="1" y="69"/>
                    </a:cubicBezTo>
                    <a:cubicBezTo>
                      <a:pt x="0" y="72"/>
                      <a:pt x="4" y="73"/>
                      <a:pt x="5" y="7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0" name="Google Shape;70;p2">
                <a:extLst>
                  <a:ext uri="{FF2B5EF4-FFF2-40B4-BE49-F238E27FC236}">
                    <a16:creationId xmlns:a16="http://schemas.microsoft.com/office/drawing/2014/main" id="{4BB2C19B-16EF-A241-F5FD-0B177700C01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932363" y="5529263"/>
                <a:ext cx="23812" cy="71438"/>
              </a:xfrm>
              <a:custGeom>
                <a:avLst/>
                <a:gdLst/>
                <a:ahLst/>
                <a:cxnLst/>
                <a:rect l="l" t="t" r="r" b="b"/>
                <a:pathLst>
                  <a:path w="9" h="26" extrusionOk="0">
                    <a:moveTo>
                      <a:pt x="5" y="23"/>
                    </a:moveTo>
                    <a:cubicBezTo>
                      <a:pt x="8" y="17"/>
                      <a:pt x="9" y="10"/>
                      <a:pt x="8" y="3"/>
                    </a:cubicBezTo>
                    <a:cubicBezTo>
                      <a:pt x="7" y="0"/>
                      <a:pt x="3" y="1"/>
                      <a:pt x="4" y="4"/>
                    </a:cubicBezTo>
                    <a:cubicBezTo>
                      <a:pt x="5" y="10"/>
                      <a:pt x="4" y="16"/>
                      <a:pt x="1" y="22"/>
                    </a:cubicBezTo>
                    <a:cubicBezTo>
                      <a:pt x="0" y="24"/>
                      <a:pt x="4" y="26"/>
                      <a:pt x="5" y="2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1" name="Google Shape;71;p2">
                <a:extLst>
                  <a:ext uri="{FF2B5EF4-FFF2-40B4-BE49-F238E27FC236}">
                    <a16:creationId xmlns:a16="http://schemas.microsoft.com/office/drawing/2014/main" id="{11DE0B10-C65D-660F-4712-9E962E96B3F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997450" y="5487988"/>
                <a:ext cx="34925" cy="122238"/>
              </a:xfrm>
              <a:custGeom>
                <a:avLst/>
                <a:gdLst/>
                <a:ahLst/>
                <a:cxnLst/>
                <a:rect l="l" t="t" r="r" b="b"/>
                <a:pathLst>
                  <a:path w="13" h="45" extrusionOk="0">
                    <a:moveTo>
                      <a:pt x="5" y="43"/>
                    </a:moveTo>
                    <a:cubicBezTo>
                      <a:pt x="11" y="30"/>
                      <a:pt x="13" y="17"/>
                      <a:pt x="12" y="3"/>
                    </a:cubicBezTo>
                    <a:cubicBezTo>
                      <a:pt x="12" y="0"/>
                      <a:pt x="8" y="1"/>
                      <a:pt x="8" y="3"/>
                    </a:cubicBezTo>
                    <a:cubicBezTo>
                      <a:pt x="9" y="16"/>
                      <a:pt x="7" y="29"/>
                      <a:pt x="2" y="41"/>
                    </a:cubicBezTo>
                    <a:cubicBezTo>
                      <a:pt x="0" y="43"/>
                      <a:pt x="4" y="45"/>
                      <a:pt x="5" y="4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2" name="Google Shape;72;p2">
                <a:extLst>
                  <a:ext uri="{FF2B5EF4-FFF2-40B4-BE49-F238E27FC236}">
                    <a16:creationId xmlns:a16="http://schemas.microsoft.com/office/drawing/2014/main" id="{056BE128-7C94-EE65-EC5C-225EDEA45F4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121150" y="5168901"/>
                <a:ext cx="1009650" cy="479425"/>
              </a:xfrm>
              <a:custGeom>
                <a:avLst/>
                <a:gdLst/>
                <a:ahLst/>
                <a:cxnLst/>
                <a:rect l="l" t="t" r="r" b="b"/>
                <a:pathLst>
                  <a:path w="371" h="176" extrusionOk="0">
                    <a:moveTo>
                      <a:pt x="68" y="1"/>
                    </a:moveTo>
                    <a:cubicBezTo>
                      <a:pt x="23" y="5"/>
                      <a:pt x="0" y="57"/>
                      <a:pt x="12" y="97"/>
                    </a:cubicBezTo>
                    <a:cubicBezTo>
                      <a:pt x="21" y="124"/>
                      <a:pt x="43" y="136"/>
                      <a:pt x="68" y="146"/>
                    </a:cubicBezTo>
                    <a:cubicBezTo>
                      <a:pt x="104" y="160"/>
                      <a:pt x="144" y="165"/>
                      <a:pt x="183" y="169"/>
                    </a:cubicBezTo>
                    <a:cubicBezTo>
                      <a:pt x="218" y="173"/>
                      <a:pt x="254" y="176"/>
                      <a:pt x="290" y="175"/>
                    </a:cubicBezTo>
                    <a:cubicBezTo>
                      <a:pt x="315" y="174"/>
                      <a:pt x="347" y="169"/>
                      <a:pt x="358" y="144"/>
                    </a:cubicBezTo>
                    <a:cubicBezTo>
                      <a:pt x="371" y="117"/>
                      <a:pt x="328" y="97"/>
                      <a:pt x="310" y="86"/>
                    </a:cubicBezTo>
                    <a:cubicBezTo>
                      <a:pt x="273" y="64"/>
                      <a:pt x="233" y="48"/>
                      <a:pt x="192" y="34"/>
                    </a:cubicBezTo>
                    <a:cubicBezTo>
                      <a:pt x="170" y="26"/>
                      <a:pt x="147" y="19"/>
                      <a:pt x="125" y="12"/>
                    </a:cubicBezTo>
                    <a:cubicBezTo>
                      <a:pt x="106" y="6"/>
                      <a:pt x="88" y="0"/>
                      <a:pt x="68" y="1"/>
                    </a:cubicBezTo>
                    <a:cubicBezTo>
                      <a:pt x="63" y="1"/>
                      <a:pt x="64" y="10"/>
                      <a:pt x="69" y="9"/>
                    </a:cubicBezTo>
                    <a:cubicBezTo>
                      <a:pt x="89" y="9"/>
                      <a:pt x="108" y="15"/>
                      <a:pt x="126" y="21"/>
                    </a:cubicBezTo>
                    <a:cubicBezTo>
                      <a:pt x="144" y="27"/>
                      <a:pt x="162" y="32"/>
                      <a:pt x="179" y="38"/>
                    </a:cubicBezTo>
                    <a:cubicBezTo>
                      <a:pt x="218" y="51"/>
                      <a:pt x="256" y="66"/>
                      <a:pt x="293" y="86"/>
                    </a:cubicBezTo>
                    <a:cubicBezTo>
                      <a:pt x="308" y="94"/>
                      <a:pt x="323" y="103"/>
                      <a:pt x="336" y="112"/>
                    </a:cubicBezTo>
                    <a:cubicBezTo>
                      <a:pt x="343" y="117"/>
                      <a:pt x="350" y="124"/>
                      <a:pt x="352" y="133"/>
                    </a:cubicBezTo>
                    <a:cubicBezTo>
                      <a:pt x="355" y="144"/>
                      <a:pt x="342" y="153"/>
                      <a:pt x="333" y="158"/>
                    </a:cubicBezTo>
                    <a:cubicBezTo>
                      <a:pt x="308" y="171"/>
                      <a:pt x="273" y="167"/>
                      <a:pt x="245" y="166"/>
                    </a:cubicBezTo>
                    <a:cubicBezTo>
                      <a:pt x="209" y="164"/>
                      <a:pt x="172" y="160"/>
                      <a:pt x="136" y="155"/>
                    </a:cubicBezTo>
                    <a:cubicBezTo>
                      <a:pt x="103" y="149"/>
                      <a:pt x="58" y="142"/>
                      <a:pt x="33" y="116"/>
                    </a:cubicBezTo>
                    <a:cubicBezTo>
                      <a:pt x="0" y="83"/>
                      <a:pt x="22" y="14"/>
                      <a:pt x="69" y="9"/>
                    </a:cubicBezTo>
                    <a:cubicBezTo>
                      <a:pt x="75" y="9"/>
                      <a:pt x="73" y="1"/>
                      <a:pt x="68" y="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3" name="Google Shape;73;p2">
                <a:extLst>
                  <a:ext uri="{FF2B5EF4-FFF2-40B4-BE49-F238E27FC236}">
                    <a16:creationId xmlns:a16="http://schemas.microsoft.com/office/drawing/2014/main" id="{8A243E5C-ACA2-123A-EBAA-32DA6A9C0BF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64025" y="5351463"/>
                <a:ext cx="57150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21" h="73" extrusionOk="0">
                    <a:moveTo>
                      <a:pt x="5" y="70"/>
                    </a:moveTo>
                    <a:cubicBezTo>
                      <a:pt x="15" y="49"/>
                      <a:pt x="20" y="26"/>
                      <a:pt x="21" y="3"/>
                    </a:cubicBezTo>
                    <a:cubicBezTo>
                      <a:pt x="21" y="0"/>
                      <a:pt x="17" y="0"/>
                      <a:pt x="17" y="2"/>
                    </a:cubicBezTo>
                    <a:cubicBezTo>
                      <a:pt x="16" y="26"/>
                      <a:pt x="11" y="48"/>
                      <a:pt x="1" y="69"/>
                    </a:cubicBezTo>
                    <a:cubicBezTo>
                      <a:pt x="0" y="71"/>
                      <a:pt x="4" y="73"/>
                      <a:pt x="5" y="7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4" name="Google Shape;74;p2">
                <a:extLst>
                  <a:ext uri="{FF2B5EF4-FFF2-40B4-BE49-F238E27FC236}">
                    <a16:creationId xmlns:a16="http://schemas.microsoft.com/office/drawing/2014/main" id="{0C77F8F3-030B-90D0-1F99-8EC7CDAD65E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375150" y="5205413"/>
                <a:ext cx="88900" cy="342900"/>
              </a:xfrm>
              <a:custGeom>
                <a:avLst/>
                <a:gdLst/>
                <a:ahLst/>
                <a:cxnLst/>
                <a:rect l="l" t="t" r="r" b="b"/>
                <a:pathLst>
                  <a:path w="33" h="126" extrusionOk="0">
                    <a:moveTo>
                      <a:pt x="5" y="124"/>
                    </a:moveTo>
                    <a:cubicBezTo>
                      <a:pt x="24" y="86"/>
                      <a:pt x="33" y="45"/>
                      <a:pt x="31" y="3"/>
                    </a:cubicBezTo>
                    <a:cubicBezTo>
                      <a:pt x="30" y="0"/>
                      <a:pt x="26" y="1"/>
                      <a:pt x="26" y="4"/>
                    </a:cubicBezTo>
                    <a:cubicBezTo>
                      <a:pt x="29" y="45"/>
                      <a:pt x="20" y="85"/>
                      <a:pt x="2" y="122"/>
                    </a:cubicBezTo>
                    <a:cubicBezTo>
                      <a:pt x="0" y="125"/>
                      <a:pt x="4" y="126"/>
                      <a:pt x="5" y="12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5" name="Google Shape;75;p2">
                <a:extLst>
                  <a:ext uri="{FF2B5EF4-FFF2-40B4-BE49-F238E27FC236}">
                    <a16:creationId xmlns:a16="http://schemas.microsoft.com/office/drawing/2014/main" id="{94790ED0-2066-096D-E4FF-AEBBF319293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40238" y="5502276"/>
                <a:ext cx="22225" cy="49213"/>
              </a:xfrm>
              <a:custGeom>
                <a:avLst/>
                <a:gdLst/>
                <a:ahLst/>
                <a:cxnLst/>
                <a:rect l="l" t="t" r="r" b="b"/>
                <a:pathLst>
                  <a:path w="8" h="18" extrusionOk="0">
                    <a:moveTo>
                      <a:pt x="4" y="15"/>
                    </a:moveTo>
                    <a:cubicBezTo>
                      <a:pt x="5" y="11"/>
                      <a:pt x="6" y="7"/>
                      <a:pt x="7" y="3"/>
                    </a:cubicBezTo>
                    <a:cubicBezTo>
                      <a:pt x="8" y="1"/>
                      <a:pt x="3" y="0"/>
                      <a:pt x="3" y="3"/>
                    </a:cubicBezTo>
                    <a:cubicBezTo>
                      <a:pt x="2" y="7"/>
                      <a:pt x="1" y="11"/>
                      <a:pt x="0" y="15"/>
                    </a:cubicBezTo>
                    <a:cubicBezTo>
                      <a:pt x="0" y="17"/>
                      <a:pt x="4" y="18"/>
                      <a:pt x="4" y="1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6" name="Google Shape;76;p2">
                <a:extLst>
                  <a:ext uri="{FF2B5EF4-FFF2-40B4-BE49-F238E27FC236}">
                    <a16:creationId xmlns:a16="http://schemas.microsoft.com/office/drawing/2014/main" id="{D5C447C9-A315-B06D-7FBA-02CF77D96A6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05325" y="5430838"/>
                <a:ext cx="57150" cy="182563"/>
              </a:xfrm>
              <a:custGeom>
                <a:avLst/>
                <a:gdLst/>
                <a:ahLst/>
                <a:cxnLst/>
                <a:rect l="l" t="t" r="r" b="b"/>
                <a:pathLst>
                  <a:path w="21" h="67" extrusionOk="0">
                    <a:moveTo>
                      <a:pt x="5" y="64"/>
                    </a:moveTo>
                    <a:cubicBezTo>
                      <a:pt x="16" y="45"/>
                      <a:pt x="21" y="25"/>
                      <a:pt x="20" y="3"/>
                    </a:cubicBezTo>
                    <a:cubicBezTo>
                      <a:pt x="20" y="1"/>
                      <a:pt x="16" y="0"/>
                      <a:pt x="16" y="3"/>
                    </a:cubicBezTo>
                    <a:cubicBezTo>
                      <a:pt x="16" y="24"/>
                      <a:pt x="12" y="44"/>
                      <a:pt x="2" y="63"/>
                    </a:cubicBezTo>
                    <a:cubicBezTo>
                      <a:pt x="0" y="65"/>
                      <a:pt x="4" y="67"/>
                      <a:pt x="5" y="6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7" name="Google Shape;77;p2">
                <a:extLst>
                  <a:ext uri="{FF2B5EF4-FFF2-40B4-BE49-F238E27FC236}">
                    <a16:creationId xmlns:a16="http://schemas.microsoft.com/office/drawing/2014/main" id="{58E0D0AB-86C5-AC0A-16AA-D3757523DAA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81525" y="5483226"/>
                <a:ext cx="22225" cy="60325"/>
              </a:xfrm>
              <a:custGeom>
                <a:avLst/>
                <a:gdLst/>
                <a:ahLst/>
                <a:cxnLst/>
                <a:rect l="l" t="t" r="r" b="b"/>
                <a:pathLst>
                  <a:path w="8" h="22" extrusionOk="0">
                    <a:moveTo>
                      <a:pt x="5" y="19"/>
                    </a:moveTo>
                    <a:cubicBezTo>
                      <a:pt x="7" y="14"/>
                      <a:pt x="8" y="9"/>
                      <a:pt x="7" y="3"/>
                    </a:cubicBezTo>
                    <a:cubicBezTo>
                      <a:pt x="7" y="0"/>
                      <a:pt x="3" y="1"/>
                      <a:pt x="3" y="4"/>
                    </a:cubicBezTo>
                    <a:cubicBezTo>
                      <a:pt x="3" y="8"/>
                      <a:pt x="3" y="13"/>
                      <a:pt x="1" y="18"/>
                    </a:cubicBezTo>
                    <a:cubicBezTo>
                      <a:pt x="0" y="20"/>
                      <a:pt x="4" y="22"/>
                      <a:pt x="5" y="1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8" name="Google Shape;78;p2">
                <a:extLst>
                  <a:ext uri="{FF2B5EF4-FFF2-40B4-BE49-F238E27FC236}">
                    <a16:creationId xmlns:a16="http://schemas.microsoft.com/office/drawing/2014/main" id="{CC00A906-F989-8EE0-5C82-308AC2F68EE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622800" y="5322888"/>
                <a:ext cx="58737" cy="247650"/>
              </a:xfrm>
              <a:custGeom>
                <a:avLst/>
                <a:gdLst/>
                <a:ahLst/>
                <a:cxnLst/>
                <a:rect l="l" t="t" r="r" b="b"/>
                <a:pathLst>
                  <a:path w="22" h="91" extrusionOk="0">
                    <a:moveTo>
                      <a:pt x="5" y="88"/>
                    </a:moveTo>
                    <a:cubicBezTo>
                      <a:pt x="18" y="62"/>
                      <a:pt x="22" y="33"/>
                      <a:pt x="18" y="3"/>
                    </a:cubicBezTo>
                    <a:cubicBezTo>
                      <a:pt x="18" y="0"/>
                      <a:pt x="14" y="1"/>
                      <a:pt x="14" y="4"/>
                    </a:cubicBezTo>
                    <a:cubicBezTo>
                      <a:pt x="18" y="33"/>
                      <a:pt x="14" y="61"/>
                      <a:pt x="1" y="87"/>
                    </a:cubicBezTo>
                    <a:cubicBezTo>
                      <a:pt x="0" y="89"/>
                      <a:pt x="4" y="91"/>
                      <a:pt x="5" y="8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9" name="Google Shape;79;p2">
                <a:extLst>
                  <a:ext uri="{FF2B5EF4-FFF2-40B4-BE49-F238E27FC236}">
                    <a16:creationId xmlns:a16="http://schemas.microsoft.com/office/drawing/2014/main" id="{5D763AE3-A0C8-66C4-CB00-BB663A99018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725988" y="5349876"/>
                <a:ext cx="19050" cy="58738"/>
              </a:xfrm>
              <a:custGeom>
                <a:avLst/>
                <a:gdLst/>
                <a:ahLst/>
                <a:cxnLst/>
                <a:rect l="l" t="t" r="r" b="b"/>
                <a:pathLst>
                  <a:path w="7" h="22" extrusionOk="0">
                    <a:moveTo>
                      <a:pt x="5" y="20"/>
                    </a:moveTo>
                    <a:cubicBezTo>
                      <a:pt x="7" y="14"/>
                      <a:pt x="7" y="9"/>
                      <a:pt x="7" y="3"/>
                    </a:cubicBezTo>
                    <a:cubicBezTo>
                      <a:pt x="7" y="0"/>
                      <a:pt x="3" y="1"/>
                      <a:pt x="3" y="4"/>
                    </a:cubicBezTo>
                    <a:cubicBezTo>
                      <a:pt x="3" y="8"/>
                      <a:pt x="3" y="13"/>
                      <a:pt x="1" y="18"/>
                    </a:cubicBezTo>
                    <a:cubicBezTo>
                      <a:pt x="0" y="21"/>
                      <a:pt x="4" y="22"/>
                      <a:pt x="5" y="2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0" name="Google Shape;80;p2">
                <a:extLst>
                  <a:ext uri="{FF2B5EF4-FFF2-40B4-BE49-F238E27FC236}">
                    <a16:creationId xmlns:a16="http://schemas.microsoft.com/office/drawing/2014/main" id="{F86B4BFE-03B5-784F-A0C7-1CF707B0093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03588" y="4951413"/>
                <a:ext cx="881062" cy="550863"/>
              </a:xfrm>
              <a:custGeom>
                <a:avLst/>
                <a:gdLst/>
                <a:ahLst/>
                <a:cxnLst/>
                <a:rect l="l" t="t" r="r" b="b"/>
                <a:pathLst>
                  <a:path w="324" h="202" extrusionOk="0">
                    <a:moveTo>
                      <a:pt x="317" y="145"/>
                    </a:moveTo>
                    <a:cubicBezTo>
                      <a:pt x="290" y="138"/>
                      <a:pt x="264" y="130"/>
                      <a:pt x="238" y="123"/>
                    </a:cubicBezTo>
                    <a:cubicBezTo>
                      <a:pt x="235" y="122"/>
                      <a:pt x="233" y="125"/>
                      <a:pt x="235" y="127"/>
                    </a:cubicBezTo>
                    <a:cubicBezTo>
                      <a:pt x="241" y="136"/>
                      <a:pt x="243" y="145"/>
                      <a:pt x="242" y="155"/>
                    </a:cubicBezTo>
                    <a:cubicBezTo>
                      <a:pt x="241" y="161"/>
                      <a:pt x="238" y="166"/>
                      <a:pt x="235" y="171"/>
                    </a:cubicBezTo>
                    <a:cubicBezTo>
                      <a:pt x="233" y="173"/>
                      <a:pt x="232" y="175"/>
                      <a:pt x="230" y="177"/>
                    </a:cubicBezTo>
                    <a:cubicBezTo>
                      <a:pt x="218" y="185"/>
                      <a:pt x="210" y="181"/>
                      <a:pt x="207" y="165"/>
                    </a:cubicBezTo>
                    <a:cubicBezTo>
                      <a:pt x="208" y="162"/>
                      <a:pt x="205" y="160"/>
                      <a:pt x="203" y="162"/>
                    </a:cubicBezTo>
                    <a:cubicBezTo>
                      <a:pt x="183" y="175"/>
                      <a:pt x="158" y="185"/>
                      <a:pt x="135" y="187"/>
                    </a:cubicBezTo>
                    <a:cubicBezTo>
                      <a:pt x="122" y="189"/>
                      <a:pt x="109" y="185"/>
                      <a:pt x="99" y="177"/>
                    </a:cubicBezTo>
                    <a:cubicBezTo>
                      <a:pt x="85" y="166"/>
                      <a:pt x="85" y="144"/>
                      <a:pt x="100" y="134"/>
                    </a:cubicBezTo>
                    <a:cubicBezTo>
                      <a:pt x="102" y="133"/>
                      <a:pt x="101" y="130"/>
                      <a:pt x="98" y="129"/>
                    </a:cubicBezTo>
                    <a:cubicBezTo>
                      <a:pt x="65" y="122"/>
                      <a:pt x="16" y="88"/>
                      <a:pt x="27" y="48"/>
                    </a:cubicBezTo>
                    <a:cubicBezTo>
                      <a:pt x="39" y="4"/>
                      <a:pt x="119" y="39"/>
                      <a:pt x="143" y="53"/>
                    </a:cubicBezTo>
                    <a:cubicBezTo>
                      <a:pt x="145" y="54"/>
                      <a:pt x="149" y="52"/>
                      <a:pt x="147" y="49"/>
                    </a:cubicBezTo>
                    <a:cubicBezTo>
                      <a:pt x="137" y="39"/>
                      <a:pt x="140" y="25"/>
                      <a:pt x="150" y="16"/>
                    </a:cubicBezTo>
                    <a:cubicBezTo>
                      <a:pt x="159" y="7"/>
                      <a:pt x="173" y="9"/>
                      <a:pt x="184" y="14"/>
                    </a:cubicBezTo>
                    <a:cubicBezTo>
                      <a:pt x="206" y="23"/>
                      <a:pt x="213" y="51"/>
                      <a:pt x="218" y="72"/>
                    </a:cubicBezTo>
                    <a:cubicBezTo>
                      <a:pt x="219" y="76"/>
                      <a:pt x="224" y="75"/>
                      <a:pt x="223" y="71"/>
                    </a:cubicBezTo>
                    <a:cubicBezTo>
                      <a:pt x="220" y="43"/>
                      <a:pt x="257" y="36"/>
                      <a:pt x="265" y="63"/>
                    </a:cubicBezTo>
                    <a:cubicBezTo>
                      <a:pt x="270" y="78"/>
                      <a:pt x="267" y="99"/>
                      <a:pt x="257" y="111"/>
                    </a:cubicBezTo>
                    <a:cubicBezTo>
                      <a:pt x="256" y="112"/>
                      <a:pt x="257" y="115"/>
                      <a:pt x="259" y="115"/>
                    </a:cubicBezTo>
                    <a:cubicBezTo>
                      <a:pt x="279" y="120"/>
                      <a:pt x="299" y="126"/>
                      <a:pt x="318" y="133"/>
                    </a:cubicBezTo>
                    <a:cubicBezTo>
                      <a:pt x="322" y="134"/>
                      <a:pt x="324" y="129"/>
                      <a:pt x="320" y="128"/>
                    </a:cubicBezTo>
                    <a:cubicBezTo>
                      <a:pt x="301" y="121"/>
                      <a:pt x="281" y="115"/>
                      <a:pt x="261" y="110"/>
                    </a:cubicBezTo>
                    <a:cubicBezTo>
                      <a:pt x="261" y="112"/>
                      <a:pt x="261" y="113"/>
                      <a:pt x="262" y="114"/>
                    </a:cubicBezTo>
                    <a:cubicBezTo>
                      <a:pt x="275" y="99"/>
                      <a:pt x="280" y="56"/>
                      <a:pt x="258" y="44"/>
                    </a:cubicBezTo>
                    <a:cubicBezTo>
                      <a:pt x="237" y="33"/>
                      <a:pt x="215" y="49"/>
                      <a:pt x="218" y="72"/>
                    </a:cubicBezTo>
                    <a:cubicBezTo>
                      <a:pt x="220" y="72"/>
                      <a:pt x="221" y="72"/>
                      <a:pt x="223" y="71"/>
                    </a:cubicBezTo>
                    <a:cubicBezTo>
                      <a:pt x="217" y="41"/>
                      <a:pt x="203" y="4"/>
                      <a:pt x="166" y="4"/>
                    </a:cubicBezTo>
                    <a:cubicBezTo>
                      <a:pt x="141" y="5"/>
                      <a:pt x="125" y="33"/>
                      <a:pt x="142" y="52"/>
                    </a:cubicBezTo>
                    <a:cubicBezTo>
                      <a:pt x="144" y="51"/>
                      <a:pt x="145" y="50"/>
                      <a:pt x="146" y="49"/>
                    </a:cubicBezTo>
                    <a:cubicBezTo>
                      <a:pt x="116" y="32"/>
                      <a:pt x="46" y="0"/>
                      <a:pt x="23" y="42"/>
                    </a:cubicBezTo>
                    <a:cubicBezTo>
                      <a:pt x="0" y="86"/>
                      <a:pt x="64" y="127"/>
                      <a:pt x="98" y="135"/>
                    </a:cubicBezTo>
                    <a:cubicBezTo>
                      <a:pt x="97" y="133"/>
                      <a:pt x="97" y="131"/>
                      <a:pt x="96" y="130"/>
                    </a:cubicBezTo>
                    <a:cubicBezTo>
                      <a:pt x="70" y="147"/>
                      <a:pt x="86" y="180"/>
                      <a:pt x="110" y="190"/>
                    </a:cubicBezTo>
                    <a:cubicBezTo>
                      <a:pt x="140" y="202"/>
                      <a:pt x="182" y="183"/>
                      <a:pt x="206" y="166"/>
                    </a:cubicBezTo>
                    <a:cubicBezTo>
                      <a:pt x="205" y="165"/>
                      <a:pt x="203" y="164"/>
                      <a:pt x="202" y="163"/>
                    </a:cubicBezTo>
                    <a:cubicBezTo>
                      <a:pt x="196" y="179"/>
                      <a:pt x="216" y="193"/>
                      <a:pt x="230" y="183"/>
                    </a:cubicBezTo>
                    <a:cubicBezTo>
                      <a:pt x="250" y="170"/>
                      <a:pt x="252" y="143"/>
                      <a:pt x="239" y="124"/>
                    </a:cubicBezTo>
                    <a:cubicBezTo>
                      <a:pt x="238" y="125"/>
                      <a:pt x="237" y="127"/>
                      <a:pt x="236" y="128"/>
                    </a:cubicBezTo>
                    <a:cubicBezTo>
                      <a:pt x="262" y="136"/>
                      <a:pt x="288" y="143"/>
                      <a:pt x="315" y="150"/>
                    </a:cubicBezTo>
                    <a:cubicBezTo>
                      <a:pt x="318" y="151"/>
                      <a:pt x="320" y="146"/>
                      <a:pt x="317" y="14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81" name="Google Shape;81;p2">
              <a:extLst>
                <a:ext uri="{FF2B5EF4-FFF2-40B4-BE49-F238E27FC236}">
                  <a16:creationId xmlns:a16="http://schemas.microsoft.com/office/drawing/2014/main" id="{DFC96853-0BDC-FA5F-2069-78AEE4528BC6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4170363" y="4240213"/>
              <a:ext cx="898525" cy="842963"/>
              <a:chOff x="4170363" y="4240213"/>
              <a:chExt cx="898525" cy="842963"/>
            </a:xfrm>
          </p:grpSpPr>
          <p:sp>
            <p:nvSpPr>
              <p:cNvPr id="82" name="Google Shape;82;p2">
                <a:extLst>
                  <a:ext uri="{FF2B5EF4-FFF2-40B4-BE49-F238E27FC236}">
                    <a16:creationId xmlns:a16="http://schemas.microsoft.com/office/drawing/2014/main" id="{D5969BFF-4514-3122-A890-CCB81D34E79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30688" y="4251326"/>
                <a:ext cx="442912" cy="239713"/>
              </a:xfrm>
              <a:custGeom>
                <a:avLst/>
                <a:gdLst/>
                <a:ahLst/>
                <a:cxnLst/>
                <a:rect l="l" t="t" r="r" b="b"/>
                <a:pathLst>
                  <a:path w="163" h="88" extrusionOk="0">
                    <a:moveTo>
                      <a:pt x="0" y="86"/>
                    </a:moveTo>
                    <a:cubicBezTo>
                      <a:pt x="4" y="77"/>
                      <a:pt x="12" y="71"/>
                      <a:pt x="22" y="69"/>
                    </a:cubicBezTo>
                    <a:cubicBezTo>
                      <a:pt x="31" y="66"/>
                      <a:pt x="41" y="67"/>
                      <a:pt x="51" y="69"/>
                    </a:cubicBezTo>
                    <a:cubicBezTo>
                      <a:pt x="60" y="71"/>
                      <a:pt x="70" y="74"/>
                      <a:pt x="79" y="77"/>
                    </a:cubicBezTo>
                    <a:cubicBezTo>
                      <a:pt x="58" y="71"/>
                      <a:pt x="42" y="51"/>
                      <a:pt x="42" y="29"/>
                    </a:cubicBezTo>
                    <a:cubicBezTo>
                      <a:pt x="50" y="42"/>
                      <a:pt x="66" y="48"/>
                      <a:pt x="76" y="60"/>
                    </a:cubicBezTo>
                    <a:cubicBezTo>
                      <a:pt x="70" y="47"/>
                      <a:pt x="67" y="33"/>
                      <a:pt x="66" y="19"/>
                    </a:cubicBezTo>
                    <a:cubicBezTo>
                      <a:pt x="66" y="16"/>
                      <a:pt x="66" y="14"/>
                      <a:pt x="67" y="12"/>
                    </a:cubicBezTo>
                    <a:cubicBezTo>
                      <a:pt x="69" y="7"/>
                      <a:pt x="76" y="7"/>
                      <a:pt x="81" y="4"/>
                    </a:cubicBezTo>
                    <a:cubicBezTo>
                      <a:pt x="80" y="20"/>
                      <a:pt x="82" y="37"/>
                      <a:pt x="89" y="52"/>
                    </a:cubicBezTo>
                    <a:cubicBezTo>
                      <a:pt x="92" y="58"/>
                      <a:pt x="95" y="64"/>
                      <a:pt x="100" y="68"/>
                    </a:cubicBezTo>
                    <a:cubicBezTo>
                      <a:pt x="106" y="49"/>
                      <a:pt x="106" y="29"/>
                      <a:pt x="100" y="10"/>
                    </a:cubicBezTo>
                    <a:cubicBezTo>
                      <a:pt x="100" y="9"/>
                      <a:pt x="99" y="7"/>
                      <a:pt x="100" y="6"/>
                    </a:cubicBezTo>
                    <a:cubicBezTo>
                      <a:pt x="100" y="5"/>
                      <a:pt x="101" y="3"/>
                      <a:pt x="102" y="4"/>
                    </a:cubicBezTo>
                    <a:cubicBezTo>
                      <a:pt x="103" y="4"/>
                      <a:pt x="104" y="4"/>
                      <a:pt x="104" y="5"/>
                    </a:cubicBezTo>
                    <a:cubicBezTo>
                      <a:pt x="112" y="12"/>
                      <a:pt x="117" y="22"/>
                      <a:pt x="119" y="33"/>
                    </a:cubicBezTo>
                    <a:cubicBezTo>
                      <a:pt x="121" y="31"/>
                      <a:pt x="122" y="29"/>
                      <a:pt x="124" y="27"/>
                    </a:cubicBezTo>
                    <a:cubicBezTo>
                      <a:pt x="129" y="21"/>
                      <a:pt x="134" y="15"/>
                      <a:pt x="141" y="10"/>
                    </a:cubicBezTo>
                    <a:cubicBezTo>
                      <a:pt x="147" y="5"/>
                      <a:pt x="154" y="1"/>
                      <a:pt x="163" y="0"/>
                    </a:cubicBezTo>
                    <a:cubicBezTo>
                      <a:pt x="159" y="5"/>
                      <a:pt x="156" y="9"/>
                      <a:pt x="152" y="14"/>
                    </a:cubicBezTo>
                    <a:cubicBezTo>
                      <a:pt x="144" y="25"/>
                      <a:pt x="136" y="37"/>
                      <a:pt x="129" y="50"/>
                    </a:cubicBezTo>
                    <a:cubicBezTo>
                      <a:pt x="128" y="52"/>
                      <a:pt x="127" y="54"/>
                      <a:pt x="125" y="56"/>
                    </a:cubicBezTo>
                    <a:cubicBezTo>
                      <a:pt x="123" y="57"/>
                      <a:pt x="122" y="58"/>
                      <a:pt x="120" y="58"/>
                    </a:cubicBezTo>
                    <a:cubicBezTo>
                      <a:pt x="106" y="65"/>
                      <a:pt x="95" y="76"/>
                      <a:pt x="82" y="85"/>
                    </a:cubicBezTo>
                    <a:cubicBezTo>
                      <a:pt x="80" y="86"/>
                      <a:pt x="79" y="87"/>
                      <a:pt x="77" y="87"/>
                    </a:cubicBezTo>
                    <a:cubicBezTo>
                      <a:pt x="74" y="88"/>
                      <a:pt x="71" y="85"/>
                      <a:pt x="68" y="84"/>
                    </a:cubicBezTo>
                    <a:cubicBezTo>
                      <a:pt x="59" y="77"/>
                      <a:pt x="46" y="75"/>
                      <a:pt x="35" y="76"/>
                    </a:cubicBezTo>
                    <a:cubicBezTo>
                      <a:pt x="23" y="78"/>
                      <a:pt x="12" y="82"/>
                      <a:pt x="1" y="86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3" name="Google Shape;83;p2">
                <a:extLst>
                  <a:ext uri="{FF2B5EF4-FFF2-40B4-BE49-F238E27FC236}">
                    <a16:creationId xmlns:a16="http://schemas.microsoft.com/office/drawing/2014/main" id="{97E8CB1B-5BC3-300D-A636-A17CBA664C2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170363" y="4300538"/>
                <a:ext cx="898525" cy="782638"/>
              </a:xfrm>
              <a:custGeom>
                <a:avLst/>
                <a:gdLst/>
                <a:ahLst/>
                <a:cxnLst/>
                <a:rect l="l" t="t" r="r" b="b"/>
                <a:pathLst>
                  <a:path w="330" h="287" extrusionOk="0">
                    <a:moveTo>
                      <a:pt x="260" y="10"/>
                    </a:moveTo>
                    <a:cubicBezTo>
                      <a:pt x="232" y="0"/>
                      <a:pt x="203" y="2"/>
                      <a:pt x="176" y="12"/>
                    </a:cubicBezTo>
                    <a:cubicBezTo>
                      <a:pt x="163" y="17"/>
                      <a:pt x="151" y="25"/>
                      <a:pt x="141" y="35"/>
                    </a:cubicBezTo>
                    <a:cubicBezTo>
                      <a:pt x="125" y="48"/>
                      <a:pt x="109" y="52"/>
                      <a:pt x="90" y="58"/>
                    </a:cubicBezTo>
                    <a:cubicBezTo>
                      <a:pt x="30" y="78"/>
                      <a:pt x="0" y="139"/>
                      <a:pt x="20" y="199"/>
                    </a:cubicBezTo>
                    <a:cubicBezTo>
                      <a:pt x="37" y="251"/>
                      <a:pt x="91" y="287"/>
                      <a:pt x="146" y="283"/>
                    </a:cubicBezTo>
                    <a:cubicBezTo>
                      <a:pt x="206" y="280"/>
                      <a:pt x="272" y="243"/>
                      <a:pt x="307" y="192"/>
                    </a:cubicBezTo>
                    <a:cubicBezTo>
                      <a:pt x="327" y="162"/>
                      <a:pt x="330" y="125"/>
                      <a:pt x="321" y="90"/>
                    </a:cubicBezTo>
                    <a:cubicBezTo>
                      <a:pt x="313" y="54"/>
                      <a:pt x="294" y="24"/>
                      <a:pt x="260" y="10"/>
                    </a:cubicBezTo>
                    <a:cubicBezTo>
                      <a:pt x="255" y="9"/>
                      <a:pt x="253" y="16"/>
                      <a:pt x="257" y="17"/>
                    </a:cubicBezTo>
                    <a:cubicBezTo>
                      <a:pt x="292" y="32"/>
                      <a:pt x="308" y="63"/>
                      <a:pt x="316" y="99"/>
                    </a:cubicBezTo>
                    <a:cubicBezTo>
                      <a:pt x="323" y="134"/>
                      <a:pt x="316" y="169"/>
                      <a:pt x="294" y="197"/>
                    </a:cubicBezTo>
                    <a:cubicBezTo>
                      <a:pt x="274" y="223"/>
                      <a:pt x="244" y="243"/>
                      <a:pt x="214" y="257"/>
                    </a:cubicBezTo>
                    <a:cubicBezTo>
                      <a:pt x="182" y="273"/>
                      <a:pt x="145" y="281"/>
                      <a:pt x="109" y="273"/>
                    </a:cubicBezTo>
                    <a:cubicBezTo>
                      <a:pt x="43" y="257"/>
                      <a:pt x="0" y="176"/>
                      <a:pt x="32" y="114"/>
                    </a:cubicBezTo>
                    <a:cubicBezTo>
                      <a:pt x="39" y="100"/>
                      <a:pt x="50" y="89"/>
                      <a:pt x="63" y="80"/>
                    </a:cubicBezTo>
                    <a:cubicBezTo>
                      <a:pt x="79" y="67"/>
                      <a:pt x="100" y="64"/>
                      <a:pt x="119" y="57"/>
                    </a:cubicBezTo>
                    <a:cubicBezTo>
                      <a:pt x="133" y="53"/>
                      <a:pt x="143" y="42"/>
                      <a:pt x="154" y="33"/>
                    </a:cubicBezTo>
                    <a:cubicBezTo>
                      <a:pt x="168" y="22"/>
                      <a:pt x="186" y="15"/>
                      <a:pt x="204" y="12"/>
                    </a:cubicBezTo>
                    <a:cubicBezTo>
                      <a:pt x="222" y="9"/>
                      <a:pt x="240" y="11"/>
                      <a:pt x="257" y="17"/>
                    </a:cubicBezTo>
                    <a:cubicBezTo>
                      <a:pt x="262" y="19"/>
                      <a:pt x="264" y="12"/>
                      <a:pt x="260" y="1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4" name="Google Shape;84;p2">
                <a:extLst>
                  <a:ext uri="{FF2B5EF4-FFF2-40B4-BE49-F238E27FC236}">
                    <a16:creationId xmlns:a16="http://schemas.microsoft.com/office/drawing/2014/main" id="{EEE621CF-AE61-C50B-6A81-F7E1ED01068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68788" y="4662488"/>
                <a:ext cx="60325" cy="207963"/>
              </a:xfrm>
              <a:custGeom>
                <a:avLst/>
                <a:gdLst/>
                <a:ahLst/>
                <a:cxnLst/>
                <a:rect l="l" t="t" r="r" b="b"/>
                <a:pathLst>
                  <a:path w="22" h="76" extrusionOk="0">
                    <a:moveTo>
                      <a:pt x="5" y="2"/>
                    </a:moveTo>
                    <a:cubicBezTo>
                      <a:pt x="0" y="27"/>
                      <a:pt x="4" y="52"/>
                      <a:pt x="18" y="74"/>
                    </a:cubicBezTo>
                    <a:cubicBezTo>
                      <a:pt x="19" y="76"/>
                      <a:pt x="22" y="74"/>
                      <a:pt x="21" y="72"/>
                    </a:cubicBezTo>
                    <a:cubicBezTo>
                      <a:pt x="8" y="51"/>
                      <a:pt x="4" y="27"/>
                      <a:pt x="9" y="3"/>
                    </a:cubicBezTo>
                    <a:cubicBezTo>
                      <a:pt x="9" y="0"/>
                      <a:pt x="6" y="0"/>
                      <a:pt x="5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5" name="Google Shape;85;p2">
                <a:extLst>
                  <a:ext uri="{FF2B5EF4-FFF2-40B4-BE49-F238E27FC236}">
                    <a16:creationId xmlns:a16="http://schemas.microsoft.com/office/drawing/2014/main" id="{66ABB63C-ABC2-B4AC-CFD7-D494908E01F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329113" y="4894263"/>
                <a:ext cx="58737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22" h="21" extrusionOk="0">
                    <a:moveTo>
                      <a:pt x="1" y="4"/>
                    </a:moveTo>
                    <a:cubicBezTo>
                      <a:pt x="5" y="11"/>
                      <a:pt x="11" y="17"/>
                      <a:pt x="18" y="20"/>
                    </a:cubicBezTo>
                    <a:cubicBezTo>
                      <a:pt x="20" y="21"/>
                      <a:pt x="22" y="18"/>
                      <a:pt x="20" y="17"/>
                    </a:cubicBezTo>
                    <a:cubicBezTo>
                      <a:pt x="13" y="14"/>
                      <a:pt x="8" y="9"/>
                      <a:pt x="4" y="2"/>
                    </a:cubicBezTo>
                    <a:cubicBezTo>
                      <a:pt x="3" y="0"/>
                      <a:pt x="0" y="2"/>
                      <a:pt x="1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6" name="Google Shape;86;p2">
                <a:extLst>
                  <a:ext uri="{FF2B5EF4-FFF2-40B4-BE49-F238E27FC236}">
                    <a16:creationId xmlns:a16="http://schemas.microsoft.com/office/drawing/2014/main" id="{7241B504-7A90-8CAE-11BE-5AD442ABBA3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06900" y="4262438"/>
                <a:ext cx="84137" cy="198438"/>
              </a:xfrm>
              <a:custGeom>
                <a:avLst/>
                <a:gdLst/>
                <a:ahLst/>
                <a:cxnLst/>
                <a:rect l="l" t="t" r="r" b="b"/>
                <a:pathLst>
                  <a:path w="31" h="73" extrusionOk="0">
                    <a:moveTo>
                      <a:pt x="4" y="3"/>
                    </a:moveTo>
                    <a:cubicBezTo>
                      <a:pt x="0" y="26"/>
                      <a:pt x="3" y="58"/>
                      <a:pt x="26" y="71"/>
                    </a:cubicBezTo>
                    <a:cubicBezTo>
                      <a:pt x="28" y="73"/>
                      <a:pt x="31" y="69"/>
                      <a:pt x="28" y="67"/>
                    </a:cubicBezTo>
                    <a:cubicBezTo>
                      <a:pt x="8" y="55"/>
                      <a:pt x="5" y="25"/>
                      <a:pt x="9" y="3"/>
                    </a:cubicBezTo>
                    <a:cubicBezTo>
                      <a:pt x="9" y="0"/>
                      <a:pt x="5" y="0"/>
                      <a:pt x="4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7" name="Google Shape;87;p2">
                <a:extLst>
                  <a:ext uri="{FF2B5EF4-FFF2-40B4-BE49-F238E27FC236}">
                    <a16:creationId xmlns:a16="http://schemas.microsoft.com/office/drawing/2014/main" id="{622EDCA2-D04F-9EDE-F74A-CD996644100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10075" y="4257676"/>
                <a:ext cx="106362" cy="184150"/>
              </a:xfrm>
              <a:custGeom>
                <a:avLst/>
                <a:gdLst/>
                <a:ahLst/>
                <a:cxnLst/>
                <a:rect l="l" t="t" r="r" b="b"/>
                <a:pathLst>
                  <a:path w="39" h="68" extrusionOk="0">
                    <a:moveTo>
                      <a:pt x="5" y="8"/>
                    </a:moveTo>
                    <a:cubicBezTo>
                      <a:pt x="11" y="6"/>
                      <a:pt x="16" y="5"/>
                      <a:pt x="22" y="5"/>
                    </a:cubicBezTo>
                    <a:cubicBezTo>
                      <a:pt x="21" y="4"/>
                      <a:pt x="20" y="3"/>
                      <a:pt x="19" y="2"/>
                    </a:cubicBezTo>
                    <a:cubicBezTo>
                      <a:pt x="14" y="25"/>
                      <a:pt x="12" y="52"/>
                      <a:pt x="34" y="67"/>
                    </a:cubicBezTo>
                    <a:cubicBezTo>
                      <a:pt x="37" y="68"/>
                      <a:pt x="39" y="64"/>
                      <a:pt x="37" y="63"/>
                    </a:cubicBezTo>
                    <a:cubicBezTo>
                      <a:pt x="16" y="49"/>
                      <a:pt x="20" y="23"/>
                      <a:pt x="24" y="2"/>
                    </a:cubicBezTo>
                    <a:cubicBezTo>
                      <a:pt x="24" y="1"/>
                      <a:pt x="22" y="0"/>
                      <a:pt x="21" y="0"/>
                    </a:cubicBezTo>
                    <a:cubicBezTo>
                      <a:pt x="15" y="0"/>
                      <a:pt x="9" y="2"/>
                      <a:pt x="3" y="4"/>
                    </a:cubicBezTo>
                    <a:cubicBezTo>
                      <a:pt x="0" y="5"/>
                      <a:pt x="2" y="10"/>
                      <a:pt x="5" y="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8" name="Google Shape;88;p2">
                <a:extLst>
                  <a:ext uri="{FF2B5EF4-FFF2-40B4-BE49-F238E27FC236}">
                    <a16:creationId xmlns:a16="http://schemas.microsoft.com/office/drawing/2014/main" id="{1ED7467A-1539-EE23-605F-A11303E7582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329113" y="4311651"/>
                <a:ext cx="130175" cy="149225"/>
              </a:xfrm>
              <a:custGeom>
                <a:avLst/>
                <a:gdLst/>
                <a:ahLst/>
                <a:cxnLst/>
                <a:rect l="l" t="t" r="r" b="b"/>
                <a:pathLst>
                  <a:path w="48" h="55" extrusionOk="0">
                    <a:moveTo>
                      <a:pt x="42" y="50"/>
                    </a:moveTo>
                    <a:cubicBezTo>
                      <a:pt x="19" y="45"/>
                      <a:pt x="9" y="24"/>
                      <a:pt x="6" y="3"/>
                    </a:cubicBezTo>
                    <a:cubicBezTo>
                      <a:pt x="4" y="4"/>
                      <a:pt x="3" y="5"/>
                      <a:pt x="1" y="5"/>
                    </a:cubicBezTo>
                    <a:cubicBezTo>
                      <a:pt x="12" y="21"/>
                      <a:pt x="26" y="34"/>
                      <a:pt x="43" y="44"/>
                    </a:cubicBezTo>
                    <a:cubicBezTo>
                      <a:pt x="45" y="46"/>
                      <a:pt x="48" y="42"/>
                      <a:pt x="45" y="40"/>
                    </a:cubicBezTo>
                    <a:cubicBezTo>
                      <a:pt x="29" y="30"/>
                      <a:pt x="16" y="18"/>
                      <a:pt x="5" y="2"/>
                    </a:cubicBezTo>
                    <a:cubicBezTo>
                      <a:pt x="4" y="0"/>
                      <a:pt x="0" y="2"/>
                      <a:pt x="1" y="4"/>
                    </a:cubicBezTo>
                    <a:cubicBezTo>
                      <a:pt x="5" y="28"/>
                      <a:pt x="17" y="50"/>
                      <a:pt x="42" y="55"/>
                    </a:cubicBezTo>
                    <a:cubicBezTo>
                      <a:pt x="45" y="55"/>
                      <a:pt x="45" y="50"/>
                      <a:pt x="42" y="5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9" name="Google Shape;89;p2">
                <a:extLst>
                  <a:ext uri="{FF2B5EF4-FFF2-40B4-BE49-F238E27FC236}">
                    <a16:creationId xmlns:a16="http://schemas.microsoft.com/office/drawing/2014/main" id="{9118E488-9572-B769-3CC3-68C29B64D3B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14813" y="4410076"/>
                <a:ext cx="214312" cy="84138"/>
              </a:xfrm>
              <a:custGeom>
                <a:avLst/>
                <a:gdLst/>
                <a:ahLst/>
                <a:cxnLst/>
                <a:rect l="l" t="t" r="r" b="b"/>
                <a:pathLst>
                  <a:path w="79" h="31" extrusionOk="0">
                    <a:moveTo>
                      <a:pt x="76" y="17"/>
                    </a:moveTo>
                    <a:cubicBezTo>
                      <a:pt x="51" y="7"/>
                      <a:pt x="18" y="0"/>
                      <a:pt x="1" y="27"/>
                    </a:cubicBezTo>
                    <a:cubicBezTo>
                      <a:pt x="0" y="29"/>
                      <a:pt x="2" y="31"/>
                      <a:pt x="4" y="31"/>
                    </a:cubicBezTo>
                    <a:cubicBezTo>
                      <a:pt x="27" y="22"/>
                      <a:pt x="50" y="19"/>
                      <a:pt x="74" y="21"/>
                    </a:cubicBezTo>
                    <a:cubicBezTo>
                      <a:pt x="78" y="21"/>
                      <a:pt x="78" y="16"/>
                      <a:pt x="75" y="16"/>
                    </a:cubicBezTo>
                    <a:cubicBezTo>
                      <a:pt x="50" y="14"/>
                      <a:pt x="26" y="18"/>
                      <a:pt x="2" y="26"/>
                    </a:cubicBezTo>
                    <a:cubicBezTo>
                      <a:pt x="3" y="27"/>
                      <a:pt x="4" y="29"/>
                      <a:pt x="5" y="30"/>
                    </a:cubicBezTo>
                    <a:cubicBezTo>
                      <a:pt x="21" y="5"/>
                      <a:pt x="52" y="12"/>
                      <a:pt x="74" y="21"/>
                    </a:cubicBezTo>
                    <a:cubicBezTo>
                      <a:pt x="77" y="23"/>
                      <a:pt x="79" y="18"/>
                      <a:pt x="76" y="1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0" name="Google Shape;90;p2">
                <a:extLst>
                  <a:ext uri="{FF2B5EF4-FFF2-40B4-BE49-F238E27FC236}">
                    <a16:creationId xmlns:a16="http://schemas.microsoft.com/office/drawing/2014/main" id="{4BF9E944-8EA1-AC04-2A3B-6DF32D71AE7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91038" y="4251326"/>
                <a:ext cx="74612" cy="193675"/>
              </a:xfrm>
              <a:custGeom>
                <a:avLst/>
                <a:gdLst/>
                <a:ahLst/>
                <a:cxnLst/>
                <a:rect l="l" t="t" r="r" b="b"/>
                <a:pathLst>
                  <a:path w="27" h="71" extrusionOk="0">
                    <a:moveTo>
                      <a:pt x="6" y="67"/>
                    </a:moveTo>
                    <a:cubicBezTo>
                      <a:pt x="15" y="47"/>
                      <a:pt x="17" y="25"/>
                      <a:pt x="12" y="3"/>
                    </a:cubicBezTo>
                    <a:cubicBezTo>
                      <a:pt x="10" y="4"/>
                      <a:pt x="9" y="4"/>
                      <a:pt x="7" y="5"/>
                    </a:cubicBezTo>
                    <a:cubicBezTo>
                      <a:pt x="18" y="15"/>
                      <a:pt x="22" y="24"/>
                      <a:pt x="20" y="39"/>
                    </a:cubicBezTo>
                    <a:cubicBezTo>
                      <a:pt x="19" y="48"/>
                      <a:pt x="17" y="58"/>
                      <a:pt x="11" y="66"/>
                    </a:cubicBezTo>
                    <a:cubicBezTo>
                      <a:pt x="9" y="68"/>
                      <a:pt x="13" y="71"/>
                      <a:pt x="15" y="69"/>
                    </a:cubicBezTo>
                    <a:cubicBezTo>
                      <a:pt x="22" y="59"/>
                      <a:pt x="24" y="47"/>
                      <a:pt x="25" y="35"/>
                    </a:cubicBezTo>
                    <a:cubicBezTo>
                      <a:pt x="27" y="20"/>
                      <a:pt x="22" y="11"/>
                      <a:pt x="11" y="2"/>
                    </a:cubicBezTo>
                    <a:cubicBezTo>
                      <a:pt x="10" y="0"/>
                      <a:pt x="6" y="1"/>
                      <a:pt x="7" y="4"/>
                    </a:cubicBezTo>
                    <a:cubicBezTo>
                      <a:pt x="12" y="25"/>
                      <a:pt x="10" y="46"/>
                      <a:pt x="1" y="66"/>
                    </a:cubicBezTo>
                    <a:cubicBezTo>
                      <a:pt x="0" y="68"/>
                      <a:pt x="4" y="70"/>
                      <a:pt x="6" y="6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1" name="Google Shape;91;p2">
                <a:extLst>
                  <a:ext uri="{FF2B5EF4-FFF2-40B4-BE49-F238E27FC236}">
                    <a16:creationId xmlns:a16="http://schemas.microsoft.com/office/drawing/2014/main" id="{AAF33243-C9F8-293A-93CA-10811A2E3CA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32313" y="4240213"/>
                <a:ext cx="149225" cy="182563"/>
              </a:xfrm>
              <a:custGeom>
                <a:avLst/>
                <a:gdLst/>
                <a:ahLst/>
                <a:cxnLst/>
                <a:rect l="l" t="t" r="r" b="b"/>
                <a:pathLst>
                  <a:path w="55" h="67" extrusionOk="0">
                    <a:moveTo>
                      <a:pt x="5" y="64"/>
                    </a:moveTo>
                    <a:cubicBezTo>
                      <a:pt x="9" y="39"/>
                      <a:pt x="33" y="18"/>
                      <a:pt x="53" y="6"/>
                    </a:cubicBezTo>
                    <a:cubicBezTo>
                      <a:pt x="52" y="5"/>
                      <a:pt x="51" y="4"/>
                      <a:pt x="50" y="3"/>
                    </a:cubicBezTo>
                    <a:cubicBezTo>
                      <a:pt x="45" y="15"/>
                      <a:pt x="35" y="23"/>
                      <a:pt x="27" y="33"/>
                    </a:cubicBezTo>
                    <a:cubicBezTo>
                      <a:pt x="21" y="39"/>
                      <a:pt x="14" y="46"/>
                      <a:pt x="15" y="55"/>
                    </a:cubicBezTo>
                    <a:cubicBezTo>
                      <a:pt x="15" y="58"/>
                      <a:pt x="20" y="57"/>
                      <a:pt x="20" y="54"/>
                    </a:cubicBezTo>
                    <a:cubicBezTo>
                      <a:pt x="19" y="44"/>
                      <a:pt x="34" y="32"/>
                      <a:pt x="40" y="26"/>
                    </a:cubicBezTo>
                    <a:cubicBezTo>
                      <a:pt x="46" y="19"/>
                      <a:pt x="51" y="12"/>
                      <a:pt x="54" y="4"/>
                    </a:cubicBezTo>
                    <a:cubicBezTo>
                      <a:pt x="55" y="2"/>
                      <a:pt x="53" y="0"/>
                      <a:pt x="51" y="1"/>
                    </a:cubicBezTo>
                    <a:cubicBezTo>
                      <a:pt x="29" y="15"/>
                      <a:pt x="4" y="37"/>
                      <a:pt x="0" y="63"/>
                    </a:cubicBezTo>
                    <a:cubicBezTo>
                      <a:pt x="0" y="67"/>
                      <a:pt x="5" y="67"/>
                      <a:pt x="5" y="6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92" name="Google Shape;92;p2">
              <a:extLst>
                <a:ext uri="{FF2B5EF4-FFF2-40B4-BE49-F238E27FC236}">
                  <a16:creationId xmlns:a16="http://schemas.microsoft.com/office/drawing/2014/main" id="{8DCBC6FF-A4E4-D069-CA0B-9198A598D376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2636838" y="3954463"/>
              <a:ext cx="508000" cy="623888"/>
              <a:chOff x="2636838" y="3954463"/>
              <a:chExt cx="508000" cy="623888"/>
            </a:xfrm>
          </p:grpSpPr>
          <p:sp>
            <p:nvSpPr>
              <p:cNvPr id="93" name="Google Shape;93;p2">
                <a:extLst>
                  <a:ext uri="{FF2B5EF4-FFF2-40B4-BE49-F238E27FC236}">
                    <a16:creationId xmlns:a16="http://schemas.microsoft.com/office/drawing/2014/main" id="{82BE63BD-59CA-FDCA-8C0B-7C981947EB7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36838" y="3954463"/>
                <a:ext cx="506412" cy="411163"/>
              </a:xfrm>
              <a:custGeom>
                <a:avLst/>
                <a:gdLst/>
                <a:ahLst/>
                <a:cxnLst/>
                <a:rect l="l" t="t" r="r" b="b"/>
                <a:pathLst>
                  <a:path w="186" h="151" extrusionOk="0">
                    <a:moveTo>
                      <a:pt x="17" y="145"/>
                    </a:moveTo>
                    <a:cubicBezTo>
                      <a:pt x="6" y="125"/>
                      <a:pt x="10" y="98"/>
                      <a:pt x="16" y="77"/>
                    </a:cubicBezTo>
                    <a:cubicBezTo>
                      <a:pt x="23" y="51"/>
                      <a:pt x="39" y="36"/>
                      <a:pt x="62" y="25"/>
                    </a:cubicBezTo>
                    <a:cubicBezTo>
                      <a:pt x="114" y="0"/>
                      <a:pt x="171" y="35"/>
                      <a:pt x="180" y="89"/>
                    </a:cubicBezTo>
                    <a:cubicBezTo>
                      <a:pt x="180" y="93"/>
                      <a:pt x="186" y="91"/>
                      <a:pt x="185" y="88"/>
                    </a:cubicBezTo>
                    <a:cubicBezTo>
                      <a:pt x="181" y="61"/>
                      <a:pt x="166" y="39"/>
                      <a:pt x="145" y="24"/>
                    </a:cubicBezTo>
                    <a:cubicBezTo>
                      <a:pt x="120" y="7"/>
                      <a:pt x="90" y="7"/>
                      <a:pt x="63" y="18"/>
                    </a:cubicBezTo>
                    <a:cubicBezTo>
                      <a:pt x="38" y="28"/>
                      <a:pt x="21" y="44"/>
                      <a:pt x="12" y="70"/>
                    </a:cubicBezTo>
                    <a:cubicBezTo>
                      <a:pt x="4" y="93"/>
                      <a:pt x="0" y="125"/>
                      <a:pt x="12" y="148"/>
                    </a:cubicBezTo>
                    <a:cubicBezTo>
                      <a:pt x="14" y="151"/>
                      <a:pt x="19" y="148"/>
                      <a:pt x="17" y="14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4" name="Google Shape;94;p2">
                <a:extLst>
                  <a:ext uri="{FF2B5EF4-FFF2-40B4-BE49-F238E27FC236}">
                    <a16:creationId xmlns:a16="http://schemas.microsoft.com/office/drawing/2014/main" id="{C1532786-613D-79B9-C45C-551ECDBACCA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60650" y="4186238"/>
                <a:ext cx="482600" cy="177800"/>
              </a:xfrm>
              <a:custGeom>
                <a:avLst/>
                <a:gdLst/>
                <a:ahLst/>
                <a:cxnLst/>
                <a:rect l="l" t="t" r="r" b="b"/>
                <a:pathLst>
                  <a:path w="177" h="65" extrusionOk="0">
                    <a:moveTo>
                      <a:pt x="6" y="63"/>
                    </a:moveTo>
                    <a:cubicBezTo>
                      <a:pt x="55" y="29"/>
                      <a:pt x="114" y="9"/>
                      <a:pt x="173" y="6"/>
                    </a:cubicBezTo>
                    <a:cubicBezTo>
                      <a:pt x="177" y="6"/>
                      <a:pt x="177" y="0"/>
                      <a:pt x="173" y="0"/>
                    </a:cubicBezTo>
                    <a:cubicBezTo>
                      <a:pt x="113" y="3"/>
                      <a:pt x="53" y="24"/>
                      <a:pt x="3" y="58"/>
                    </a:cubicBezTo>
                    <a:cubicBezTo>
                      <a:pt x="0" y="60"/>
                      <a:pt x="3" y="65"/>
                      <a:pt x="6" y="6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5" name="Google Shape;95;p2">
                <a:extLst>
                  <a:ext uri="{FF2B5EF4-FFF2-40B4-BE49-F238E27FC236}">
                    <a16:creationId xmlns:a16="http://schemas.microsoft.com/office/drawing/2014/main" id="{E3CDD5DA-BEDA-29D5-6416-B3504A2D2BE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63825" y="4316413"/>
                <a:ext cx="204787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75" h="17" extrusionOk="0">
                    <a:moveTo>
                      <a:pt x="4" y="17"/>
                    </a:moveTo>
                    <a:cubicBezTo>
                      <a:pt x="28" y="17"/>
                      <a:pt x="49" y="12"/>
                      <a:pt x="71" y="6"/>
                    </a:cubicBezTo>
                    <a:cubicBezTo>
                      <a:pt x="75" y="5"/>
                      <a:pt x="74" y="0"/>
                      <a:pt x="70" y="1"/>
                    </a:cubicBezTo>
                    <a:cubicBezTo>
                      <a:pt x="48" y="6"/>
                      <a:pt x="27" y="11"/>
                      <a:pt x="4" y="11"/>
                    </a:cubicBezTo>
                    <a:cubicBezTo>
                      <a:pt x="0" y="11"/>
                      <a:pt x="0" y="17"/>
                      <a:pt x="4" y="1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6" name="Google Shape;96;p2">
                <a:extLst>
                  <a:ext uri="{FF2B5EF4-FFF2-40B4-BE49-F238E27FC236}">
                    <a16:creationId xmlns:a16="http://schemas.microsoft.com/office/drawing/2014/main" id="{EA08C694-1928-24F1-4593-6595BB9263C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79738" y="4186238"/>
                <a:ext cx="165100" cy="103188"/>
              </a:xfrm>
              <a:custGeom>
                <a:avLst/>
                <a:gdLst/>
                <a:ahLst/>
                <a:cxnLst/>
                <a:rect l="l" t="t" r="r" b="b"/>
                <a:pathLst>
                  <a:path w="61" h="38" extrusionOk="0">
                    <a:moveTo>
                      <a:pt x="54" y="2"/>
                    </a:moveTo>
                    <a:cubicBezTo>
                      <a:pt x="39" y="15"/>
                      <a:pt x="22" y="25"/>
                      <a:pt x="3" y="31"/>
                    </a:cubicBezTo>
                    <a:cubicBezTo>
                      <a:pt x="0" y="32"/>
                      <a:pt x="1" y="38"/>
                      <a:pt x="5" y="37"/>
                    </a:cubicBezTo>
                    <a:cubicBezTo>
                      <a:pt x="25" y="31"/>
                      <a:pt x="43" y="20"/>
                      <a:pt x="59" y="7"/>
                    </a:cubicBezTo>
                    <a:cubicBezTo>
                      <a:pt x="61" y="4"/>
                      <a:pt x="57" y="0"/>
                      <a:pt x="54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7" name="Google Shape;97;p2">
                <a:extLst>
                  <a:ext uri="{FF2B5EF4-FFF2-40B4-BE49-F238E27FC236}">
                    <a16:creationId xmlns:a16="http://schemas.microsoft.com/office/drawing/2014/main" id="{0BC1EBBF-639C-3CE5-55F7-B9E54B2E713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43213" y="4240213"/>
                <a:ext cx="254000" cy="338138"/>
              </a:xfrm>
              <a:custGeom>
                <a:avLst/>
                <a:gdLst/>
                <a:ahLst/>
                <a:cxnLst/>
                <a:rect l="l" t="t" r="r" b="b"/>
                <a:pathLst>
                  <a:path w="93" h="124" extrusionOk="0">
                    <a:moveTo>
                      <a:pt x="0" y="21"/>
                    </a:moveTo>
                    <a:cubicBezTo>
                      <a:pt x="6" y="46"/>
                      <a:pt x="10" y="73"/>
                      <a:pt x="21" y="96"/>
                    </a:cubicBezTo>
                    <a:cubicBezTo>
                      <a:pt x="28" y="109"/>
                      <a:pt x="40" y="124"/>
                      <a:pt x="57" y="122"/>
                    </a:cubicBezTo>
                    <a:cubicBezTo>
                      <a:pt x="75" y="119"/>
                      <a:pt x="93" y="100"/>
                      <a:pt x="89" y="81"/>
                    </a:cubicBezTo>
                    <a:cubicBezTo>
                      <a:pt x="86" y="68"/>
                      <a:pt x="79" y="57"/>
                      <a:pt x="74" y="46"/>
                    </a:cubicBezTo>
                    <a:cubicBezTo>
                      <a:pt x="66" y="32"/>
                      <a:pt x="59" y="18"/>
                      <a:pt x="51" y="4"/>
                    </a:cubicBezTo>
                    <a:cubicBezTo>
                      <a:pt x="49" y="0"/>
                      <a:pt x="44" y="3"/>
                      <a:pt x="46" y="7"/>
                    </a:cubicBezTo>
                    <a:cubicBezTo>
                      <a:pt x="56" y="25"/>
                      <a:pt x="66" y="43"/>
                      <a:pt x="75" y="62"/>
                    </a:cubicBezTo>
                    <a:cubicBezTo>
                      <a:pt x="81" y="74"/>
                      <a:pt x="86" y="85"/>
                      <a:pt x="80" y="98"/>
                    </a:cubicBezTo>
                    <a:cubicBezTo>
                      <a:pt x="76" y="107"/>
                      <a:pt x="64" y="115"/>
                      <a:pt x="54" y="116"/>
                    </a:cubicBezTo>
                    <a:cubicBezTo>
                      <a:pt x="37" y="117"/>
                      <a:pt x="27" y="95"/>
                      <a:pt x="22" y="82"/>
                    </a:cubicBezTo>
                    <a:cubicBezTo>
                      <a:pt x="15" y="62"/>
                      <a:pt x="11" y="40"/>
                      <a:pt x="6" y="19"/>
                    </a:cubicBezTo>
                    <a:cubicBezTo>
                      <a:pt x="5" y="16"/>
                      <a:pt x="0" y="17"/>
                      <a:pt x="0" y="2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8" name="Google Shape;98;p2">
                <a:extLst>
                  <a:ext uri="{FF2B5EF4-FFF2-40B4-BE49-F238E27FC236}">
                    <a16:creationId xmlns:a16="http://schemas.microsoft.com/office/drawing/2014/main" id="{35CDDF97-3097-583D-9640-64674B9CC45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41625" y="4246563"/>
                <a:ext cx="142875" cy="60325"/>
              </a:xfrm>
              <a:custGeom>
                <a:avLst/>
                <a:gdLst/>
                <a:ahLst/>
                <a:cxnLst/>
                <a:rect l="l" t="t" r="r" b="b"/>
                <a:pathLst>
                  <a:path w="53" h="22" extrusionOk="0">
                    <a:moveTo>
                      <a:pt x="7" y="20"/>
                    </a:moveTo>
                    <a:cubicBezTo>
                      <a:pt x="19" y="11"/>
                      <a:pt x="34" y="7"/>
                      <a:pt x="49" y="6"/>
                    </a:cubicBezTo>
                    <a:cubicBezTo>
                      <a:pt x="53" y="6"/>
                      <a:pt x="53" y="0"/>
                      <a:pt x="49" y="0"/>
                    </a:cubicBezTo>
                    <a:cubicBezTo>
                      <a:pt x="33" y="1"/>
                      <a:pt x="17" y="6"/>
                      <a:pt x="4" y="14"/>
                    </a:cubicBezTo>
                    <a:cubicBezTo>
                      <a:pt x="0" y="16"/>
                      <a:pt x="3" y="22"/>
                      <a:pt x="7" y="2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9" name="Google Shape;99;p2">
                <a:extLst>
                  <a:ext uri="{FF2B5EF4-FFF2-40B4-BE49-F238E27FC236}">
                    <a16:creationId xmlns:a16="http://schemas.microsoft.com/office/drawing/2014/main" id="{6DC37B75-6017-FA26-05E6-CB8F8F72169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92425" y="4349751"/>
                <a:ext cx="80962" cy="174625"/>
              </a:xfrm>
              <a:custGeom>
                <a:avLst/>
                <a:gdLst/>
                <a:ahLst/>
                <a:cxnLst/>
                <a:rect l="l" t="t" r="r" b="b"/>
                <a:pathLst>
                  <a:path w="30" h="64" extrusionOk="0">
                    <a:moveTo>
                      <a:pt x="0" y="2"/>
                    </a:moveTo>
                    <a:cubicBezTo>
                      <a:pt x="3" y="25"/>
                      <a:pt x="12" y="45"/>
                      <a:pt x="27" y="63"/>
                    </a:cubicBezTo>
                    <a:cubicBezTo>
                      <a:pt x="28" y="64"/>
                      <a:pt x="30" y="62"/>
                      <a:pt x="29" y="61"/>
                    </a:cubicBezTo>
                    <a:cubicBezTo>
                      <a:pt x="14" y="44"/>
                      <a:pt x="5" y="24"/>
                      <a:pt x="3" y="2"/>
                    </a:cubicBezTo>
                    <a:cubicBezTo>
                      <a:pt x="3" y="0"/>
                      <a:pt x="0" y="0"/>
                      <a:pt x="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0" name="Google Shape;100;p2">
                <a:extLst>
                  <a:ext uri="{FF2B5EF4-FFF2-40B4-BE49-F238E27FC236}">
                    <a16:creationId xmlns:a16="http://schemas.microsoft.com/office/drawing/2014/main" id="{B93F69DC-534B-36D9-3388-9C1C515D432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81313" y="4319588"/>
                <a:ext cx="14287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5" h="9" extrusionOk="0">
                    <a:moveTo>
                      <a:pt x="1" y="3"/>
                    </a:moveTo>
                    <a:cubicBezTo>
                      <a:pt x="1" y="4"/>
                      <a:pt x="1" y="6"/>
                      <a:pt x="2" y="7"/>
                    </a:cubicBezTo>
                    <a:cubicBezTo>
                      <a:pt x="2" y="9"/>
                      <a:pt x="5" y="8"/>
                      <a:pt x="4" y="6"/>
                    </a:cubicBezTo>
                    <a:cubicBezTo>
                      <a:pt x="4" y="5"/>
                      <a:pt x="4" y="4"/>
                      <a:pt x="3" y="2"/>
                    </a:cubicBezTo>
                    <a:cubicBezTo>
                      <a:pt x="3" y="0"/>
                      <a:pt x="0" y="1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1" name="Google Shape;101;p2">
                <a:extLst>
                  <a:ext uri="{FF2B5EF4-FFF2-40B4-BE49-F238E27FC236}">
                    <a16:creationId xmlns:a16="http://schemas.microsoft.com/office/drawing/2014/main" id="{7E713C26-E061-FCDF-D13F-86B105A176E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32100" y="4265613"/>
                <a:ext cx="49212" cy="23813"/>
              </a:xfrm>
              <a:custGeom>
                <a:avLst/>
                <a:gdLst/>
                <a:ahLst/>
                <a:cxnLst/>
                <a:rect l="l" t="t" r="r" b="b"/>
                <a:pathLst>
                  <a:path w="18" h="9" extrusionOk="0">
                    <a:moveTo>
                      <a:pt x="2" y="3"/>
                    </a:moveTo>
                    <a:cubicBezTo>
                      <a:pt x="7" y="3"/>
                      <a:pt x="11" y="5"/>
                      <a:pt x="15" y="8"/>
                    </a:cubicBezTo>
                    <a:cubicBezTo>
                      <a:pt x="17" y="9"/>
                      <a:pt x="18" y="6"/>
                      <a:pt x="17" y="5"/>
                    </a:cubicBezTo>
                    <a:cubicBezTo>
                      <a:pt x="12" y="2"/>
                      <a:pt x="7" y="0"/>
                      <a:pt x="2" y="0"/>
                    </a:cubicBezTo>
                    <a:cubicBezTo>
                      <a:pt x="0" y="0"/>
                      <a:pt x="0" y="3"/>
                      <a:pt x="2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2" name="Google Shape;102;p2">
                <a:extLst>
                  <a:ext uri="{FF2B5EF4-FFF2-40B4-BE49-F238E27FC236}">
                    <a16:creationId xmlns:a16="http://schemas.microsoft.com/office/drawing/2014/main" id="{290BDC0D-8639-E292-3CD8-9527226FF29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754313" y="4289426"/>
                <a:ext cx="106362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39" h="7" extrusionOk="0">
                    <a:moveTo>
                      <a:pt x="2" y="6"/>
                    </a:moveTo>
                    <a:cubicBezTo>
                      <a:pt x="13" y="4"/>
                      <a:pt x="25" y="3"/>
                      <a:pt x="36" y="5"/>
                    </a:cubicBezTo>
                    <a:cubicBezTo>
                      <a:pt x="38" y="6"/>
                      <a:pt x="39" y="3"/>
                      <a:pt x="37" y="3"/>
                    </a:cubicBezTo>
                    <a:cubicBezTo>
                      <a:pt x="25" y="0"/>
                      <a:pt x="13" y="1"/>
                      <a:pt x="1" y="4"/>
                    </a:cubicBezTo>
                    <a:cubicBezTo>
                      <a:pt x="0" y="4"/>
                      <a:pt x="0" y="7"/>
                      <a:pt x="2" y="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3" name="Google Shape;103;p2">
                <a:extLst>
                  <a:ext uri="{FF2B5EF4-FFF2-40B4-BE49-F238E27FC236}">
                    <a16:creationId xmlns:a16="http://schemas.microsoft.com/office/drawing/2014/main" id="{C5F036E3-D6DC-C334-FF3F-B322D4E543E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736850" y="4306888"/>
                <a:ext cx="117475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43" h="18" extrusionOk="0">
                    <a:moveTo>
                      <a:pt x="3" y="17"/>
                    </a:moveTo>
                    <a:cubicBezTo>
                      <a:pt x="15" y="10"/>
                      <a:pt x="27" y="6"/>
                      <a:pt x="41" y="4"/>
                    </a:cubicBezTo>
                    <a:cubicBezTo>
                      <a:pt x="43" y="3"/>
                      <a:pt x="42" y="0"/>
                      <a:pt x="40" y="1"/>
                    </a:cubicBezTo>
                    <a:cubicBezTo>
                      <a:pt x="26" y="3"/>
                      <a:pt x="13" y="8"/>
                      <a:pt x="1" y="15"/>
                    </a:cubicBezTo>
                    <a:cubicBezTo>
                      <a:pt x="0" y="15"/>
                      <a:pt x="1" y="18"/>
                      <a:pt x="3" y="1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4" name="Google Shape;104;p2">
                <a:extLst>
                  <a:ext uri="{FF2B5EF4-FFF2-40B4-BE49-F238E27FC236}">
                    <a16:creationId xmlns:a16="http://schemas.microsoft.com/office/drawing/2014/main" id="{44880369-296E-A137-6D5B-8FAC02442D8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00363" y="4238626"/>
                <a:ext cx="7937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3" h="12" extrusionOk="0">
                    <a:moveTo>
                      <a:pt x="3" y="10"/>
                    </a:moveTo>
                    <a:cubicBezTo>
                      <a:pt x="3" y="7"/>
                      <a:pt x="3" y="5"/>
                      <a:pt x="3" y="2"/>
                    </a:cubicBezTo>
                    <a:cubicBezTo>
                      <a:pt x="3" y="0"/>
                      <a:pt x="0" y="0"/>
                      <a:pt x="0" y="2"/>
                    </a:cubicBezTo>
                    <a:cubicBezTo>
                      <a:pt x="0" y="5"/>
                      <a:pt x="0" y="7"/>
                      <a:pt x="0" y="10"/>
                    </a:cubicBezTo>
                    <a:cubicBezTo>
                      <a:pt x="0" y="12"/>
                      <a:pt x="3" y="12"/>
                      <a:pt x="3" y="1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5" name="Google Shape;105;p2">
                <a:extLst>
                  <a:ext uri="{FF2B5EF4-FFF2-40B4-BE49-F238E27FC236}">
                    <a16:creationId xmlns:a16="http://schemas.microsoft.com/office/drawing/2014/main" id="{A3E30CAD-1851-7BA1-1804-BEC9D57A867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33700" y="4221163"/>
                <a:ext cx="20637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8" h="14" extrusionOk="0">
                    <a:moveTo>
                      <a:pt x="3" y="12"/>
                    </a:moveTo>
                    <a:cubicBezTo>
                      <a:pt x="4" y="9"/>
                      <a:pt x="5" y="6"/>
                      <a:pt x="7" y="3"/>
                    </a:cubicBezTo>
                    <a:cubicBezTo>
                      <a:pt x="8" y="1"/>
                      <a:pt x="5" y="0"/>
                      <a:pt x="4" y="2"/>
                    </a:cubicBezTo>
                    <a:cubicBezTo>
                      <a:pt x="2" y="5"/>
                      <a:pt x="1" y="8"/>
                      <a:pt x="0" y="11"/>
                    </a:cubicBezTo>
                    <a:cubicBezTo>
                      <a:pt x="0" y="13"/>
                      <a:pt x="3" y="14"/>
                      <a:pt x="3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6" name="Google Shape;106;p2">
                <a:extLst>
                  <a:ext uri="{FF2B5EF4-FFF2-40B4-BE49-F238E27FC236}">
                    <a16:creationId xmlns:a16="http://schemas.microsoft.com/office/drawing/2014/main" id="{87EF06F2-7023-A9D5-2950-30EAFFFA316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73388" y="4246563"/>
                <a:ext cx="82550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30" h="7" extrusionOk="0">
                    <a:moveTo>
                      <a:pt x="2" y="7"/>
                    </a:moveTo>
                    <a:cubicBezTo>
                      <a:pt x="11" y="6"/>
                      <a:pt x="20" y="5"/>
                      <a:pt x="28" y="4"/>
                    </a:cubicBezTo>
                    <a:cubicBezTo>
                      <a:pt x="30" y="3"/>
                      <a:pt x="29" y="0"/>
                      <a:pt x="28" y="1"/>
                    </a:cubicBezTo>
                    <a:cubicBezTo>
                      <a:pt x="19" y="2"/>
                      <a:pt x="10" y="3"/>
                      <a:pt x="2" y="4"/>
                    </a:cubicBezTo>
                    <a:cubicBezTo>
                      <a:pt x="0" y="4"/>
                      <a:pt x="0" y="7"/>
                      <a:pt x="2" y="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7" name="Google Shape;107;p2">
                <a:extLst>
                  <a:ext uri="{FF2B5EF4-FFF2-40B4-BE49-F238E27FC236}">
                    <a16:creationId xmlns:a16="http://schemas.microsoft.com/office/drawing/2014/main" id="{467D1553-5683-817F-FF15-8558D291B89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74938" y="4183063"/>
                <a:ext cx="23812" cy="109538"/>
              </a:xfrm>
              <a:custGeom>
                <a:avLst/>
                <a:gdLst/>
                <a:ahLst/>
                <a:cxnLst/>
                <a:rect l="l" t="t" r="r" b="b"/>
                <a:pathLst>
                  <a:path w="9" h="40" extrusionOk="0">
                    <a:moveTo>
                      <a:pt x="5" y="2"/>
                    </a:moveTo>
                    <a:cubicBezTo>
                      <a:pt x="3" y="14"/>
                      <a:pt x="0" y="26"/>
                      <a:pt x="3" y="38"/>
                    </a:cubicBezTo>
                    <a:cubicBezTo>
                      <a:pt x="4" y="40"/>
                      <a:pt x="7" y="39"/>
                      <a:pt x="6" y="38"/>
                    </a:cubicBezTo>
                    <a:cubicBezTo>
                      <a:pt x="3" y="26"/>
                      <a:pt x="6" y="14"/>
                      <a:pt x="8" y="3"/>
                    </a:cubicBezTo>
                    <a:cubicBezTo>
                      <a:pt x="9" y="1"/>
                      <a:pt x="6" y="0"/>
                      <a:pt x="5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8" name="Google Shape;108;p2">
                <a:extLst>
                  <a:ext uri="{FF2B5EF4-FFF2-40B4-BE49-F238E27FC236}">
                    <a16:creationId xmlns:a16="http://schemas.microsoft.com/office/drawing/2014/main" id="{890EB953-E192-ECB8-343A-045E8BCA9FA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93988" y="4140201"/>
                <a:ext cx="22225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8" h="12" extrusionOk="0">
                    <a:moveTo>
                      <a:pt x="4" y="2"/>
                    </a:moveTo>
                    <a:cubicBezTo>
                      <a:pt x="3" y="4"/>
                      <a:pt x="1" y="7"/>
                      <a:pt x="1" y="10"/>
                    </a:cubicBezTo>
                    <a:cubicBezTo>
                      <a:pt x="0" y="12"/>
                      <a:pt x="3" y="12"/>
                      <a:pt x="3" y="11"/>
                    </a:cubicBezTo>
                    <a:cubicBezTo>
                      <a:pt x="4" y="8"/>
                      <a:pt x="5" y="6"/>
                      <a:pt x="7" y="3"/>
                    </a:cubicBezTo>
                    <a:cubicBezTo>
                      <a:pt x="8" y="2"/>
                      <a:pt x="5" y="0"/>
                      <a:pt x="4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9" name="Google Shape;109;p2">
                <a:extLst>
                  <a:ext uri="{FF2B5EF4-FFF2-40B4-BE49-F238E27FC236}">
                    <a16:creationId xmlns:a16="http://schemas.microsoft.com/office/drawing/2014/main" id="{B00894EE-0A33-B3FB-15A0-3AF54D6BB13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65450" y="4202113"/>
                <a:ext cx="93662" cy="55563"/>
              </a:xfrm>
              <a:custGeom>
                <a:avLst/>
                <a:gdLst/>
                <a:ahLst/>
                <a:cxnLst/>
                <a:rect l="l" t="t" r="r" b="b"/>
                <a:pathLst>
                  <a:path w="34" h="20" extrusionOk="0">
                    <a:moveTo>
                      <a:pt x="3" y="19"/>
                    </a:moveTo>
                    <a:cubicBezTo>
                      <a:pt x="11" y="11"/>
                      <a:pt x="21" y="6"/>
                      <a:pt x="32" y="3"/>
                    </a:cubicBezTo>
                    <a:cubicBezTo>
                      <a:pt x="34" y="3"/>
                      <a:pt x="33" y="0"/>
                      <a:pt x="31" y="0"/>
                    </a:cubicBezTo>
                    <a:cubicBezTo>
                      <a:pt x="20" y="4"/>
                      <a:pt x="9" y="8"/>
                      <a:pt x="1" y="17"/>
                    </a:cubicBezTo>
                    <a:cubicBezTo>
                      <a:pt x="0" y="18"/>
                      <a:pt x="2" y="20"/>
                      <a:pt x="3" y="1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0" name="Google Shape;110;p2">
                <a:extLst>
                  <a:ext uri="{FF2B5EF4-FFF2-40B4-BE49-F238E27FC236}">
                    <a16:creationId xmlns:a16="http://schemas.microsoft.com/office/drawing/2014/main" id="{CF68510D-C5C0-8C5A-7737-C70CA19F7AD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17838" y="4052888"/>
                <a:ext cx="87312" cy="119063"/>
              </a:xfrm>
              <a:custGeom>
                <a:avLst/>
                <a:gdLst/>
                <a:ahLst/>
                <a:cxnLst/>
                <a:rect l="l" t="t" r="r" b="b"/>
                <a:pathLst>
                  <a:path w="32" h="44" extrusionOk="0">
                    <a:moveTo>
                      <a:pt x="1" y="3"/>
                    </a:moveTo>
                    <a:cubicBezTo>
                      <a:pt x="14" y="13"/>
                      <a:pt x="23" y="27"/>
                      <a:pt x="28" y="42"/>
                    </a:cubicBezTo>
                    <a:cubicBezTo>
                      <a:pt x="29" y="44"/>
                      <a:pt x="32" y="43"/>
                      <a:pt x="31" y="41"/>
                    </a:cubicBezTo>
                    <a:cubicBezTo>
                      <a:pt x="26" y="25"/>
                      <a:pt x="16" y="12"/>
                      <a:pt x="3" y="1"/>
                    </a:cubicBezTo>
                    <a:cubicBezTo>
                      <a:pt x="2" y="0"/>
                      <a:pt x="0" y="2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1" name="Google Shape;111;p2">
                <a:extLst>
                  <a:ext uri="{FF2B5EF4-FFF2-40B4-BE49-F238E27FC236}">
                    <a16:creationId xmlns:a16="http://schemas.microsoft.com/office/drawing/2014/main" id="{A86B13C4-3DA8-2AFC-FD53-4D4E7998E5E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09900" y="4494213"/>
                <a:ext cx="30162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11" h="13" extrusionOk="0">
                    <a:moveTo>
                      <a:pt x="2" y="12"/>
                    </a:moveTo>
                    <a:cubicBezTo>
                      <a:pt x="7" y="11"/>
                      <a:pt x="11" y="7"/>
                      <a:pt x="11" y="2"/>
                    </a:cubicBezTo>
                    <a:cubicBezTo>
                      <a:pt x="11" y="0"/>
                      <a:pt x="8" y="0"/>
                      <a:pt x="8" y="2"/>
                    </a:cubicBezTo>
                    <a:cubicBezTo>
                      <a:pt x="8" y="6"/>
                      <a:pt x="5" y="9"/>
                      <a:pt x="2" y="10"/>
                    </a:cubicBezTo>
                    <a:cubicBezTo>
                      <a:pt x="0" y="10"/>
                      <a:pt x="1" y="13"/>
                      <a:pt x="2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12" name="Google Shape;112;p2">
              <a:extLst>
                <a:ext uri="{FF2B5EF4-FFF2-40B4-BE49-F238E27FC236}">
                  <a16:creationId xmlns:a16="http://schemas.microsoft.com/office/drawing/2014/main" id="{6E71BFA0-2950-6FCE-FF20-58B77E0CF6D1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5054600" y="4859338"/>
              <a:ext cx="1117600" cy="620713"/>
              <a:chOff x="5054600" y="4859338"/>
              <a:chExt cx="1117600" cy="620713"/>
            </a:xfrm>
          </p:grpSpPr>
          <p:sp>
            <p:nvSpPr>
              <p:cNvPr id="113" name="Google Shape;113;p2">
                <a:extLst>
                  <a:ext uri="{FF2B5EF4-FFF2-40B4-BE49-F238E27FC236}">
                    <a16:creationId xmlns:a16="http://schemas.microsoft.com/office/drawing/2014/main" id="{175400DC-7EF6-6419-BC04-959EEB5C1B1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32475" y="4970463"/>
                <a:ext cx="339725" cy="319088"/>
              </a:xfrm>
              <a:custGeom>
                <a:avLst/>
                <a:gdLst/>
                <a:ahLst/>
                <a:cxnLst/>
                <a:rect l="l" t="t" r="r" b="b"/>
                <a:pathLst>
                  <a:path w="125" h="117" extrusionOk="0">
                    <a:moveTo>
                      <a:pt x="11" y="13"/>
                    </a:moveTo>
                    <a:cubicBezTo>
                      <a:pt x="23" y="9"/>
                      <a:pt x="36" y="7"/>
                      <a:pt x="49" y="8"/>
                    </a:cubicBezTo>
                    <a:cubicBezTo>
                      <a:pt x="56" y="8"/>
                      <a:pt x="62" y="10"/>
                      <a:pt x="68" y="13"/>
                    </a:cubicBezTo>
                    <a:cubicBezTo>
                      <a:pt x="73" y="16"/>
                      <a:pt x="78" y="22"/>
                      <a:pt x="78" y="29"/>
                    </a:cubicBezTo>
                    <a:cubicBezTo>
                      <a:pt x="87" y="20"/>
                      <a:pt x="95" y="11"/>
                      <a:pt x="101" y="0"/>
                    </a:cubicBezTo>
                    <a:cubicBezTo>
                      <a:pt x="109" y="5"/>
                      <a:pt x="117" y="9"/>
                      <a:pt x="125" y="14"/>
                    </a:cubicBezTo>
                    <a:cubicBezTo>
                      <a:pt x="112" y="24"/>
                      <a:pt x="98" y="32"/>
                      <a:pt x="83" y="39"/>
                    </a:cubicBezTo>
                    <a:cubicBezTo>
                      <a:pt x="90" y="52"/>
                      <a:pt x="90" y="67"/>
                      <a:pt x="85" y="81"/>
                    </a:cubicBezTo>
                    <a:cubicBezTo>
                      <a:pt x="80" y="94"/>
                      <a:pt x="72" y="106"/>
                      <a:pt x="63" y="117"/>
                    </a:cubicBezTo>
                    <a:cubicBezTo>
                      <a:pt x="60" y="104"/>
                      <a:pt x="61" y="91"/>
                      <a:pt x="66" y="79"/>
                    </a:cubicBezTo>
                    <a:cubicBezTo>
                      <a:pt x="59" y="82"/>
                      <a:pt x="52" y="85"/>
                      <a:pt x="45" y="88"/>
                    </a:cubicBezTo>
                    <a:cubicBezTo>
                      <a:pt x="47" y="75"/>
                      <a:pt x="50" y="63"/>
                      <a:pt x="55" y="51"/>
                    </a:cubicBezTo>
                    <a:cubicBezTo>
                      <a:pt x="46" y="57"/>
                      <a:pt x="36" y="61"/>
                      <a:pt x="25" y="63"/>
                    </a:cubicBezTo>
                    <a:cubicBezTo>
                      <a:pt x="27" y="53"/>
                      <a:pt x="30" y="44"/>
                      <a:pt x="34" y="36"/>
                    </a:cubicBezTo>
                    <a:cubicBezTo>
                      <a:pt x="21" y="32"/>
                      <a:pt x="9" y="24"/>
                      <a:pt x="0" y="14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4" name="Google Shape;114;p2">
                <a:extLst>
                  <a:ext uri="{FF2B5EF4-FFF2-40B4-BE49-F238E27FC236}">
                    <a16:creationId xmlns:a16="http://schemas.microsoft.com/office/drawing/2014/main" id="{43E2E6D6-6FD2-ADF2-63BB-9DE30A7A5E6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054600" y="4859338"/>
                <a:ext cx="954087" cy="620713"/>
              </a:xfrm>
              <a:custGeom>
                <a:avLst/>
                <a:gdLst/>
                <a:ahLst/>
                <a:cxnLst/>
                <a:rect l="l" t="t" r="r" b="b"/>
                <a:pathLst>
                  <a:path w="351" h="228" extrusionOk="0">
                    <a:moveTo>
                      <a:pt x="351" y="134"/>
                    </a:moveTo>
                    <a:cubicBezTo>
                      <a:pt x="336" y="153"/>
                      <a:pt x="312" y="169"/>
                      <a:pt x="298" y="178"/>
                    </a:cubicBezTo>
                    <a:cubicBezTo>
                      <a:pt x="263" y="201"/>
                      <a:pt x="223" y="214"/>
                      <a:pt x="182" y="217"/>
                    </a:cubicBezTo>
                    <a:cubicBezTo>
                      <a:pt x="180" y="217"/>
                      <a:pt x="179" y="218"/>
                      <a:pt x="177" y="218"/>
                    </a:cubicBezTo>
                    <a:cubicBezTo>
                      <a:pt x="104" y="220"/>
                      <a:pt x="26" y="178"/>
                      <a:pt x="14" y="101"/>
                    </a:cubicBezTo>
                    <a:cubicBezTo>
                      <a:pt x="8" y="67"/>
                      <a:pt x="29" y="36"/>
                      <a:pt x="58" y="21"/>
                    </a:cubicBezTo>
                    <a:cubicBezTo>
                      <a:pt x="90" y="3"/>
                      <a:pt x="125" y="18"/>
                      <a:pt x="155" y="34"/>
                    </a:cubicBezTo>
                    <a:cubicBezTo>
                      <a:pt x="186" y="51"/>
                      <a:pt x="218" y="67"/>
                      <a:pt x="253" y="73"/>
                    </a:cubicBezTo>
                    <a:cubicBezTo>
                      <a:pt x="270" y="76"/>
                      <a:pt x="287" y="76"/>
                      <a:pt x="304" y="73"/>
                    </a:cubicBezTo>
                    <a:cubicBezTo>
                      <a:pt x="306" y="72"/>
                      <a:pt x="308" y="72"/>
                      <a:pt x="311" y="71"/>
                    </a:cubicBezTo>
                    <a:cubicBezTo>
                      <a:pt x="308" y="70"/>
                      <a:pt x="305" y="68"/>
                      <a:pt x="302" y="67"/>
                    </a:cubicBezTo>
                    <a:cubicBezTo>
                      <a:pt x="301" y="67"/>
                      <a:pt x="300" y="66"/>
                      <a:pt x="299" y="65"/>
                    </a:cubicBezTo>
                    <a:cubicBezTo>
                      <a:pt x="281" y="68"/>
                      <a:pt x="263" y="67"/>
                      <a:pt x="246" y="63"/>
                    </a:cubicBezTo>
                    <a:cubicBezTo>
                      <a:pt x="209" y="56"/>
                      <a:pt x="176" y="36"/>
                      <a:pt x="143" y="19"/>
                    </a:cubicBezTo>
                    <a:cubicBezTo>
                      <a:pt x="118" y="6"/>
                      <a:pt x="89" y="0"/>
                      <a:pt x="62" y="10"/>
                    </a:cubicBezTo>
                    <a:cubicBezTo>
                      <a:pt x="37" y="19"/>
                      <a:pt x="16" y="42"/>
                      <a:pt x="8" y="68"/>
                    </a:cubicBezTo>
                    <a:cubicBezTo>
                      <a:pt x="0" y="94"/>
                      <a:pt x="9" y="123"/>
                      <a:pt x="22" y="146"/>
                    </a:cubicBezTo>
                    <a:cubicBezTo>
                      <a:pt x="53" y="203"/>
                      <a:pt x="116" y="228"/>
                      <a:pt x="178" y="226"/>
                    </a:cubicBezTo>
                    <a:cubicBezTo>
                      <a:pt x="216" y="224"/>
                      <a:pt x="252" y="213"/>
                      <a:pt x="286" y="195"/>
                    </a:cubicBezTo>
                    <a:cubicBezTo>
                      <a:pt x="308" y="183"/>
                      <a:pt x="332" y="167"/>
                      <a:pt x="350" y="147"/>
                    </a:cubicBezTo>
                    <a:cubicBezTo>
                      <a:pt x="349" y="143"/>
                      <a:pt x="350" y="138"/>
                      <a:pt x="351" y="13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5" name="Google Shape;115;p2">
                <a:extLst>
                  <a:ext uri="{FF2B5EF4-FFF2-40B4-BE49-F238E27FC236}">
                    <a16:creationId xmlns:a16="http://schemas.microsoft.com/office/drawing/2014/main" id="{E07E85E0-B402-99C8-EFB0-4C0970FBF76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37238" y="4965701"/>
                <a:ext cx="215900" cy="87313"/>
              </a:xfrm>
              <a:custGeom>
                <a:avLst/>
                <a:gdLst/>
                <a:ahLst/>
                <a:cxnLst/>
                <a:rect l="l" t="t" r="r" b="b"/>
                <a:pathLst>
                  <a:path w="79" h="32" extrusionOk="0">
                    <a:moveTo>
                      <a:pt x="78" y="28"/>
                    </a:moveTo>
                    <a:cubicBezTo>
                      <a:pt x="64" y="0"/>
                      <a:pt x="25" y="11"/>
                      <a:pt x="2" y="21"/>
                    </a:cubicBezTo>
                    <a:cubicBezTo>
                      <a:pt x="0" y="22"/>
                      <a:pt x="1" y="26"/>
                      <a:pt x="4" y="25"/>
                    </a:cubicBezTo>
                    <a:cubicBezTo>
                      <a:pt x="23" y="16"/>
                      <a:pt x="62" y="4"/>
                      <a:pt x="74" y="29"/>
                    </a:cubicBezTo>
                    <a:cubicBezTo>
                      <a:pt x="75" y="32"/>
                      <a:pt x="79" y="30"/>
                      <a:pt x="78" y="2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6" name="Google Shape;116;p2">
                <a:extLst>
                  <a:ext uri="{FF2B5EF4-FFF2-40B4-BE49-F238E27FC236}">
                    <a16:creationId xmlns:a16="http://schemas.microsoft.com/office/drawing/2014/main" id="{BC6A9363-8D5E-D4C3-4721-4BCAFBE3B77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32475" y="5019676"/>
                <a:ext cx="100012" cy="52388"/>
              </a:xfrm>
              <a:custGeom>
                <a:avLst/>
                <a:gdLst/>
                <a:ahLst/>
                <a:cxnLst/>
                <a:rect l="l" t="t" r="r" b="b"/>
                <a:pathLst>
                  <a:path w="37" h="19" extrusionOk="0">
                    <a:moveTo>
                      <a:pt x="3" y="5"/>
                    </a:moveTo>
                    <a:cubicBezTo>
                      <a:pt x="12" y="11"/>
                      <a:pt x="22" y="16"/>
                      <a:pt x="33" y="18"/>
                    </a:cubicBezTo>
                    <a:cubicBezTo>
                      <a:pt x="35" y="19"/>
                      <a:pt x="37" y="15"/>
                      <a:pt x="34" y="15"/>
                    </a:cubicBezTo>
                    <a:cubicBezTo>
                      <a:pt x="24" y="12"/>
                      <a:pt x="14" y="8"/>
                      <a:pt x="5" y="1"/>
                    </a:cubicBezTo>
                    <a:cubicBezTo>
                      <a:pt x="3" y="0"/>
                      <a:pt x="0" y="3"/>
                      <a:pt x="3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7" name="Google Shape;117;p2">
                <a:extLst>
                  <a:ext uri="{FF2B5EF4-FFF2-40B4-BE49-F238E27FC236}">
                    <a16:creationId xmlns:a16="http://schemas.microsoft.com/office/drawing/2014/main" id="{13D59CA0-46FA-0B52-643A-3F0F74374BE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057900" y="4984751"/>
                <a:ext cx="106362" cy="92075"/>
              </a:xfrm>
              <a:custGeom>
                <a:avLst/>
                <a:gdLst/>
                <a:ahLst/>
                <a:cxnLst/>
                <a:rect l="l" t="t" r="r" b="b"/>
                <a:pathLst>
                  <a:path w="39" h="34" extrusionOk="0">
                    <a:moveTo>
                      <a:pt x="20" y="5"/>
                    </a:moveTo>
                    <a:cubicBezTo>
                      <a:pt x="26" y="7"/>
                      <a:pt x="31" y="10"/>
                      <a:pt x="36" y="13"/>
                    </a:cubicBezTo>
                    <a:cubicBezTo>
                      <a:pt x="36" y="12"/>
                      <a:pt x="36" y="11"/>
                      <a:pt x="36" y="10"/>
                    </a:cubicBezTo>
                    <a:cubicBezTo>
                      <a:pt x="26" y="19"/>
                      <a:pt x="15" y="26"/>
                      <a:pt x="2" y="29"/>
                    </a:cubicBezTo>
                    <a:cubicBezTo>
                      <a:pt x="0" y="30"/>
                      <a:pt x="1" y="34"/>
                      <a:pt x="4" y="33"/>
                    </a:cubicBezTo>
                    <a:cubicBezTo>
                      <a:pt x="17" y="29"/>
                      <a:pt x="29" y="23"/>
                      <a:pt x="38" y="13"/>
                    </a:cubicBezTo>
                    <a:cubicBezTo>
                      <a:pt x="39" y="12"/>
                      <a:pt x="39" y="11"/>
                      <a:pt x="38" y="10"/>
                    </a:cubicBezTo>
                    <a:cubicBezTo>
                      <a:pt x="33" y="6"/>
                      <a:pt x="28" y="3"/>
                      <a:pt x="22" y="1"/>
                    </a:cubicBezTo>
                    <a:cubicBezTo>
                      <a:pt x="19" y="0"/>
                      <a:pt x="18" y="4"/>
                      <a:pt x="20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8" name="Google Shape;118;p2">
                <a:extLst>
                  <a:ext uri="{FF2B5EF4-FFF2-40B4-BE49-F238E27FC236}">
                    <a16:creationId xmlns:a16="http://schemas.microsoft.com/office/drawing/2014/main" id="{D9BB50DC-E901-A970-D362-5402A3C26D6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999163" y="5064126"/>
                <a:ext cx="115887" cy="225425"/>
              </a:xfrm>
              <a:custGeom>
                <a:avLst/>
                <a:gdLst/>
                <a:ahLst/>
                <a:cxnLst/>
                <a:rect l="l" t="t" r="r" b="b"/>
                <a:pathLst>
                  <a:path w="43" h="83" extrusionOk="0">
                    <a:moveTo>
                      <a:pt x="24" y="4"/>
                    </a:moveTo>
                    <a:cubicBezTo>
                      <a:pt x="39" y="32"/>
                      <a:pt x="19" y="57"/>
                      <a:pt x="2" y="79"/>
                    </a:cubicBezTo>
                    <a:cubicBezTo>
                      <a:pt x="0" y="81"/>
                      <a:pt x="3" y="83"/>
                      <a:pt x="5" y="81"/>
                    </a:cubicBezTo>
                    <a:cubicBezTo>
                      <a:pt x="24" y="59"/>
                      <a:pt x="43" y="31"/>
                      <a:pt x="27" y="2"/>
                    </a:cubicBezTo>
                    <a:cubicBezTo>
                      <a:pt x="26" y="0"/>
                      <a:pt x="22" y="1"/>
                      <a:pt x="24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9" name="Google Shape;119;p2">
                <a:extLst>
                  <a:ext uri="{FF2B5EF4-FFF2-40B4-BE49-F238E27FC236}">
                    <a16:creationId xmlns:a16="http://schemas.microsoft.com/office/drawing/2014/main" id="{F62860CC-6B87-9FED-A039-7A7E39DACD6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94388" y="5054601"/>
                <a:ext cx="41275" cy="85725"/>
              </a:xfrm>
              <a:custGeom>
                <a:avLst/>
                <a:gdLst/>
                <a:ahLst/>
                <a:cxnLst/>
                <a:rect l="l" t="t" r="r" b="b"/>
                <a:pathLst>
                  <a:path w="15" h="31" extrusionOk="0">
                    <a:moveTo>
                      <a:pt x="10" y="3"/>
                    </a:moveTo>
                    <a:cubicBezTo>
                      <a:pt x="5" y="10"/>
                      <a:pt x="2" y="18"/>
                      <a:pt x="1" y="28"/>
                    </a:cubicBezTo>
                    <a:cubicBezTo>
                      <a:pt x="0" y="30"/>
                      <a:pt x="5" y="31"/>
                      <a:pt x="5" y="28"/>
                    </a:cubicBezTo>
                    <a:cubicBezTo>
                      <a:pt x="6" y="20"/>
                      <a:pt x="8" y="12"/>
                      <a:pt x="13" y="5"/>
                    </a:cubicBezTo>
                    <a:cubicBezTo>
                      <a:pt x="15" y="3"/>
                      <a:pt x="11" y="0"/>
                      <a:pt x="10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0" name="Google Shape;120;p2">
                <a:extLst>
                  <a:ext uri="{FF2B5EF4-FFF2-40B4-BE49-F238E27FC236}">
                    <a16:creationId xmlns:a16="http://schemas.microsoft.com/office/drawing/2014/main" id="{BE9D732C-D59D-A0C0-18CF-ABB3A4A4744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94388" y="5103813"/>
                <a:ext cx="93662" cy="36513"/>
              </a:xfrm>
              <a:custGeom>
                <a:avLst/>
                <a:gdLst/>
                <a:ahLst/>
                <a:cxnLst/>
                <a:rect l="l" t="t" r="r" b="b"/>
                <a:pathLst>
                  <a:path w="34" h="13" extrusionOk="0">
                    <a:moveTo>
                      <a:pt x="3" y="13"/>
                    </a:moveTo>
                    <a:cubicBezTo>
                      <a:pt x="13" y="12"/>
                      <a:pt x="23" y="9"/>
                      <a:pt x="31" y="5"/>
                    </a:cubicBezTo>
                    <a:cubicBezTo>
                      <a:pt x="34" y="3"/>
                      <a:pt x="32" y="0"/>
                      <a:pt x="30" y="1"/>
                    </a:cubicBezTo>
                    <a:cubicBezTo>
                      <a:pt x="21" y="5"/>
                      <a:pt x="12" y="8"/>
                      <a:pt x="3" y="8"/>
                    </a:cubicBezTo>
                    <a:cubicBezTo>
                      <a:pt x="0" y="9"/>
                      <a:pt x="0" y="13"/>
                      <a:pt x="3" y="1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1" name="Google Shape;121;p2">
                <a:extLst>
                  <a:ext uri="{FF2B5EF4-FFF2-40B4-BE49-F238E27FC236}">
                    <a16:creationId xmlns:a16="http://schemas.microsoft.com/office/drawing/2014/main" id="{5F895CAE-2899-CDFE-9861-0D44E3A2B4B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949950" y="5103813"/>
                <a:ext cx="80962" cy="109538"/>
              </a:xfrm>
              <a:custGeom>
                <a:avLst/>
                <a:gdLst/>
                <a:ahLst/>
                <a:cxnLst/>
                <a:rect l="l" t="t" r="r" b="b"/>
                <a:pathLst>
                  <a:path w="30" h="40" extrusionOk="0">
                    <a:moveTo>
                      <a:pt x="10" y="2"/>
                    </a:moveTo>
                    <a:cubicBezTo>
                      <a:pt x="3" y="13"/>
                      <a:pt x="0" y="25"/>
                      <a:pt x="0" y="38"/>
                    </a:cubicBezTo>
                    <a:cubicBezTo>
                      <a:pt x="0" y="40"/>
                      <a:pt x="3" y="40"/>
                      <a:pt x="4" y="40"/>
                    </a:cubicBezTo>
                    <a:cubicBezTo>
                      <a:pt x="11" y="34"/>
                      <a:pt x="18" y="31"/>
                      <a:pt x="27" y="29"/>
                    </a:cubicBezTo>
                    <a:cubicBezTo>
                      <a:pt x="30" y="28"/>
                      <a:pt x="29" y="24"/>
                      <a:pt x="26" y="25"/>
                    </a:cubicBezTo>
                    <a:cubicBezTo>
                      <a:pt x="17" y="27"/>
                      <a:pt x="9" y="31"/>
                      <a:pt x="1" y="36"/>
                    </a:cubicBezTo>
                    <a:cubicBezTo>
                      <a:pt x="2" y="37"/>
                      <a:pt x="3" y="37"/>
                      <a:pt x="5" y="38"/>
                    </a:cubicBezTo>
                    <a:cubicBezTo>
                      <a:pt x="4" y="26"/>
                      <a:pt x="7" y="14"/>
                      <a:pt x="13" y="5"/>
                    </a:cubicBezTo>
                    <a:cubicBezTo>
                      <a:pt x="15" y="2"/>
                      <a:pt x="11" y="0"/>
                      <a:pt x="1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2" name="Google Shape;122;p2">
                <a:extLst>
                  <a:ext uri="{FF2B5EF4-FFF2-40B4-BE49-F238E27FC236}">
                    <a16:creationId xmlns:a16="http://schemas.microsoft.com/office/drawing/2014/main" id="{1450CF73-A459-06A8-332D-E6CFF5E60CD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988050" y="5172076"/>
                <a:ext cx="39687" cy="1206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44" extrusionOk="0">
                    <a:moveTo>
                      <a:pt x="10" y="2"/>
                    </a:moveTo>
                    <a:cubicBezTo>
                      <a:pt x="5" y="14"/>
                      <a:pt x="0" y="28"/>
                      <a:pt x="5" y="41"/>
                    </a:cubicBezTo>
                    <a:cubicBezTo>
                      <a:pt x="6" y="44"/>
                      <a:pt x="9" y="42"/>
                      <a:pt x="9" y="40"/>
                    </a:cubicBezTo>
                    <a:cubicBezTo>
                      <a:pt x="5" y="28"/>
                      <a:pt x="10" y="15"/>
                      <a:pt x="14" y="4"/>
                    </a:cubicBezTo>
                    <a:cubicBezTo>
                      <a:pt x="15" y="1"/>
                      <a:pt x="11" y="0"/>
                      <a:pt x="1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3" name="Google Shape;123;p2">
                <a:extLst>
                  <a:ext uri="{FF2B5EF4-FFF2-40B4-BE49-F238E27FC236}">
                    <a16:creationId xmlns:a16="http://schemas.microsoft.com/office/drawing/2014/main" id="{DA1585C8-3AAD-6150-8C21-D8B1044C2CF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037263" y="4981576"/>
                <a:ext cx="84137" cy="73025"/>
              </a:xfrm>
              <a:custGeom>
                <a:avLst/>
                <a:gdLst/>
                <a:ahLst/>
                <a:cxnLst/>
                <a:rect l="l" t="t" r="r" b="b"/>
                <a:pathLst>
                  <a:path w="31" h="27" extrusionOk="0">
                    <a:moveTo>
                      <a:pt x="26" y="2"/>
                    </a:moveTo>
                    <a:cubicBezTo>
                      <a:pt x="19" y="10"/>
                      <a:pt x="12" y="17"/>
                      <a:pt x="3" y="22"/>
                    </a:cubicBezTo>
                    <a:cubicBezTo>
                      <a:pt x="0" y="23"/>
                      <a:pt x="2" y="27"/>
                      <a:pt x="4" y="26"/>
                    </a:cubicBezTo>
                    <a:cubicBezTo>
                      <a:pt x="14" y="21"/>
                      <a:pt x="22" y="13"/>
                      <a:pt x="29" y="5"/>
                    </a:cubicBezTo>
                    <a:cubicBezTo>
                      <a:pt x="31" y="3"/>
                      <a:pt x="28" y="0"/>
                      <a:pt x="26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4" name="Google Shape;124;p2">
                <a:extLst>
                  <a:ext uri="{FF2B5EF4-FFF2-40B4-BE49-F238E27FC236}">
                    <a16:creationId xmlns:a16="http://schemas.microsoft.com/office/drawing/2014/main" id="{6EA70645-F5EA-9E21-3460-F9A491C40C5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56213" y="5324476"/>
                <a:ext cx="247650" cy="103188"/>
              </a:xfrm>
              <a:custGeom>
                <a:avLst/>
                <a:gdLst/>
                <a:ahLst/>
                <a:cxnLst/>
                <a:rect l="l" t="t" r="r" b="b"/>
                <a:pathLst>
                  <a:path w="91" h="38" extrusionOk="0">
                    <a:moveTo>
                      <a:pt x="4" y="10"/>
                    </a:moveTo>
                    <a:cubicBezTo>
                      <a:pt x="29" y="26"/>
                      <a:pt x="56" y="35"/>
                      <a:pt x="85" y="37"/>
                    </a:cubicBezTo>
                    <a:cubicBezTo>
                      <a:pt x="90" y="38"/>
                      <a:pt x="91" y="29"/>
                      <a:pt x="86" y="29"/>
                    </a:cubicBezTo>
                    <a:cubicBezTo>
                      <a:pt x="58" y="27"/>
                      <a:pt x="32" y="18"/>
                      <a:pt x="9" y="3"/>
                    </a:cubicBezTo>
                    <a:cubicBezTo>
                      <a:pt x="5" y="0"/>
                      <a:pt x="0" y="7"/>
                      <a:pt x="4" y="1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5" name="Google Shape;125;p2">
                <a:extLst>
                  <a:ext uri="{FF2B5EF4-FFF2-40B4-BE49-F238E27FC236}">
                    <a16:creationId xmlns:a16="http://schemas.microsoft.com/office/drawing/2014/main" id="{82DEEF24-E831-E6A2-1ECD-0CAA7B4071D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511800" y="5407026"/>
                <a:ext cx="50800" cy="26988"/>
              </a:xfrm>
              <a:custGeom>
                <a:avLst/>
                <a:gdLst/>
                <a:ahLst/>
                <a:cxnLst/>
                <a:rect l="l" t="t" r="r" b="b"/>
                <a:pathLst>
                  <a:path w="19" h="10" extrusionOk="0">
                    <a:moveTo>
                      <a:pt x="4" y="9"/>
                    </a:moveTo>
                    <a:cubicBezTo>
                      <a:pt x="7" y="9"/>
                      <a:pt x="11" y="9"/>
                      <a:pt x="14" y="10"/>
                    </a:cubicBezTo>
                    <a:cubicBezTo>
                      <a:pt x="16" y="10"/>
                      <a:pt x="18" y="8"/>
                      <a:pt x="19" y="6"/>
                    </a:cubicBezTo>
                    <a:cubicBezTo>
                      <a:pt x="19" y="4"/>
                      <a:pt x="17" y="2"/>
                      <a:pt x="15" y="2"/>
                    </a:cubicBezTo>
                    <a:cubicBezTo>
                      <a:pt x="12" y="1"/>
                      <a:pt x="8" y="1"/>
                      <a:pt x="5" y="1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6"/>
                      <a:pt x="1" y="9"/>
                      <a:pt x="4" y="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6" name="Google Shape;126;p2">
                <a:extLst>
                  <a:ext uri="{FF2B5EF4-FFF2-40B4-BE49-F238E27FC236}">
                    <a16:creationId xmlns:a16="http://schemas.microsoft.com/office/drawing/2014/main" id="{F9270554-F465-3EB1-4180-AD87480B6C5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27625" y="4927601"/>
                <a:ext cx="150812" cy="157163"/>
              </a:xfrm>
              <a:custGeom>
                <a:avLst/>
                <a:gdLst/>
                <a:ahLst/>
                <a:cxnLst/>
                <a:rect l="l" t="t" r="r" b="b"/>
                <a:pathLst>
                  <a:path w="55" h="58" extrusionOk="0">
                    <a:moveTo>
                      <a:pt x="47" y="2"/>
                    </a:moveTo>
                    <a:cubicBezTo>
                      <a:pt x="25" y="9"/>
                      <a:pt x="8" y="27"/>
                      <a:pt x="2" y="49"/>
                    </a:cubicBezTo>
                    <a:cubicBezTo>
                      <a:pt x="0" y="55"/>
                      <a:pt x="8" y="58"/>
                      <a:pt x="10" y="52"/>
                    </a:cubicBezTo>
                    <a:cubicBezTo>
                      <a:pt x="15" y="32"/>
                      <a:pt x="30" y="17"/>
                      <a:pt x="50" y="10"/>
                    </a:cubicBezTo>
                    <a:cubicBezTo>
                      <a:pt x="55" y="8"/>
                      <a:pt x="52" y="0"/>
                      <a:pt x="47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7" name="Google Shape;127;p2">
                <a:extLst>
                  <a:ext uri="{FF2B5EF4-FFF2-40B4-BE49-F238E27FC236}">
                    <a16:creationId xmlns:a16="http://schemas.microsoft.com/office/drawing/2014/main" id="{B4A4CBFB-1C66-C8C4-396E-7852F34A0CB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99075" y="4919663"/>
                <a:ext cx="52387" cy="28575"/>
              </a:xfrm>
              <a:custGeom>
                <a:avLst/>
                <a:gdLst/>
                <a:ahLst/>
                <a:cxnLst/>
                <a:rect l="l" t="t" r="r" b="b"/>
                <a:pathLst>
                  <a:path w="19" h="11" extrusionOk="0">
                    <a:moveTo>
                      <a:pt x="4" y="8"/>
                    </a:moveTo>
                    <a:cubicBezTo>
                      <a:pt x="7" y="9"/>
                      <a:pt x="11" y="10"/>
                      <a:pt x="14" y="11"/>
                    </a:cubicBezTo>
                    <a:cubicBezTo>
                      <a:pt x="16" y="11"/>
                      <a:pt x="18" y="9"/>
                      <a:pt x="19" y="7"/>
                    </a:cubicBezTo>
                    <a:cubicBezTo>
                      <a:pt x="19" y="5"/>
                      <a:pt x="17" y="3"/>
                      <a:pt x="15" y="2"/>
                    </a:cubicBezTo>
                    <a:cubicBezTo>
                      <a:pt x="12" y="2"/>
                      <a:pt x="8" y="1"/>
                      <a:pt x="5" y="0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6"/>
                      <a:pt x="1" y="8"/>
                      <a:pt x="4" y="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28" name="Google Shape;128;p2">
              <a:extLst>
                <a:ext uri="{FF2B5EF4-FFF2-40B4-BE49-F238E27FC236}">
                  <a16:creationId xmlns:a16="http://schemas.microsoft.com/office/drawing/2014/main" id="{6951D274-577E-4C9D-10E7-61B3B1A30F65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6286500" y="4689476"/>
              <a:ext cx="187325" cy="311150"/>
              <a:chOff x="6286500" y="4689476"/>
              <a:chExt cx="187325" cy="311150"/>
            </a:xfrm>
          </p:grpSpPr>
          <p:sp>
            <p:nvSpPr>
              <p:cNvPr id="129" name="Google Shape;129;p2">
                <a:extLst>
                  <a:ext uri="{FF2B5EF4-FFF2-40B4-BE49-F238E27FC236}">
                    <a16:creationId xmlns:a16="http://schemas.microsoft.com/office/drawing/2014/main" id="{7469082A-3FF6-797A-F992-89661A4054B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292850" y="4706938"/>
                <a:ext cx="157162" cy="277813"/>
              </a:xfrm>
              <a:custGeom>
                <a:avLst/>
                <a:gdLst/>
                <a:ahLst/>
                <a:cxnLst/>
                <a:rect l="l" t="t" r="r" b="b"/>
                <a:pathLst>
                  <a:path w="58" h="102" extrusionOk="0">
                    <a:moveTo>
                      <a:pt x="30" y="101"/>
                    </a:moveTo>
                    <a:cubicBezTo>
                      <a:pt x="15" y="92"/>
                      <a:pt x="4" y="76"/>
                      <a:pt x="2" y="59"/>
                    </a:cubicBezTo>
                    <a:cubicBezTo>
                      <a:pt x="0" y="43"/>
                      <a:pt x="4" y="27"/>
                      <a:pt x="8" y="12"/>
                    </a:cubicBezTo>
                    <a:cubicBezTo>
                      <a:pt x="9" y="7"/>
                      <a:pt x="11" y="3"/>
                      <a:pt x="14" y="0"/>
                    </a:cubicBezTo>
                    <a:cubicBezTo>
                      <a:pt x="38" y="10"/>
                      <a:pt x="55" y="35"/>
                      <a:pt x="57" y="61"/>
                    </a:cubicBezTo>
                    <a:cubicBezTo>
                      <a:pt x="58" y="70"/>
                      <a:pt x="56" y="80"/>
                      <a:pt x="51" y="88"/>
                    </a:cubicBezTo>
                    <a:cubicBezTo>
                      <a:pt x="46" y="96"/>
                      <a:pt x="37" y="102"/>
                      <a:pt x="28" y="101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0" name="Google Shape;130;p2">
                <a:extLst>
                  <a:ext uri="{FF2B5EF4-FFF2-40B4-BE49-F238E27FC236}">
                    <a16:creationId xmlns:a16="http://schemas.microsoft.com/office/drawing/2014/main" id="{B4996655-E930-A198-7D2A-3FA333789B1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286500" y="4689476"/>
                <a:ext cx="187325" cy="311150"/>
              </a:xfrm>
              <a:custGeom>
                <a:avLst/>
                <a:gdLst/>
                <a:ahLst/>
                <a:cxnLst/>
                <a:rect l="l" t="t" r="r" b="b"/>
                <a:pathLst>
                  <a:path w="69" h="114" extrusionOk="0">
                    <a:moveTo>
                      <a:pt x="38" y="104"/>
                    </a:moveTo>
                    <a:cubicBezTo>
                      <a:pt x="18" y="99"/>
                      <a:pt x="9" y="77"/>
                      <a:pt x="7" y="59"/>
                    </a:cubicBezTo>
                    <a:cubicBezTo>
                      <a:pt x="5" y="40"/>
                      <a:pt x="10" y="21"/>
                      <a:pt x="15" y="3"/>
                    </a:cubicBezTo>
                    <a:cubicBezTo>
                      <a:pt x="14" y="4"/>
                      <a:pt x="13" y="4"/>
                      <a:pt x="12" y="5"/>
                    </a:cubicBezTo>
                    <a:cubicBezTo>
                      <a:pt x="31" y="12"/>
                      <a:pt x="47" y="25"/>
                      <a:pt x="56" y="43"/>
                    </a:cubicBezTo>
                    <a:cubicBezTo>
                      <a:pt x="61" y="52"/>
                      <a:pt x="63" y="63"/>
                      <a:pt x="62" y="73"/>
                    </a:cubicBezTo>
                    <a:cubicBezTo>
                      <a:pt x="62" y="87"/>
                      <a:pt x="52" y="107"/>
                      <a:pt x="35" y="103"/>
                    </a:cubicBezTo>
                    <a:cubicBezTo>
                      <a:pt x="32" y="102"/>
                      <a:pt x="31" y="107"/>
                      <a:pt x="34" y="107"/>
                    </a:cubicBezTo>
                    <a:cubicBezTo>
                      <a:pt x="59" y="114"/>
                      <a:pt x="69" y="80"/>
                      <a:pt x="67" y="61"/>
                    </a:cubicBezTo>
                    <a:cubicBezTo>
                      <a:pt x="62" y="32"/>
                      <a:pt x="40" y="11"/>
                      <a:pt x="14" y="1"/>
                    </a:cubicBezTo>
                    <a:cubicBezTo>
                      <a:pt x="12" y="0"/>
                      <a:pt x="11" y="1"/>
                      <a:pt x="11" y="2"/>
                    </a:cubicBezTo>
                    <a:cubicBezTo>
                      <a:pt x="5" y="24"/>
                      <a:pt x="0" y="46"/>
                      <a:pt x="4" y="69"/>
                    </a:cubicBezTo>
                    <a:cubicBezTo>
                      <a:pt x="8" y="86"/>
                      <a:pt x="19" y="104"/>
                      <a:pt x="37" y="108"/>
                    </a:cubicBezTo>
                    <a:cubicBezTo>
                      <a:pt x="40" y="109"/>
                      <a:pt x="41" y="105"/>
                      <a:pt x="38" y="10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1" name="Google Shape;131;p2">
                <a:extLst>
                  <a:ext uri="{FF2B5EF4-FFF2-40B4-BE49-F238E27FC236}">
                    <a16:creationId xmlns:a16="http://schemas.microsoft.com/office/drawing/2014/main" id="{7A1CBBFE-5DC3-979B-1099-61BDC610FAD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27775" y="4725988"/>
                <a:ext cx="92075" cy="250825"/>
              </a:xfrm>
              <a:custGeom>
                <a:avLst/>
                <a:gdLst/>
                <a:ahLst/>
                <a:cxnLst/>
                <a:rect l="l" t="t" r="r" b="b"/>
                <a:pathLst>
                  <a:path w="34" h="92" extrusionOk="0">
                    <a:moveTo>
                      <a:pt x="2" y="5"/>
                    </a:moveTo>
                    <a:cubicBezTo>
                      <a:pt x="15" y="32"/>
                      <a:pt x="24" y="60"/>
                      <a:pt x="29" y="90"/>
                    </a:cubicBezTo>
                    <a:cubicBezTo>
                      <a:pt x="29" y="92"/>
                      <a:pt x="34" y="91"/>
                      <a:pt x="33" y="88"/>
                    </a:cubicBezTo>
                    <a:cubicBezTo>
                      <a:pt x="28" y="59"/>
                      <a:pt x="19" y="30"/>
                      <a:pt x="5" y="3"/>
                    </a:cubicBezTo>
                    <a:cubicBezTo>
                      <a:pt x="4" y="0"/>
                      <a:pt x="0" y="3"/>
                      <a:pt x="2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2" name="Google Shape;132;p2">
                <a:extLst>
                  <a:ext uri="{FF2B5EF4-FFF2-40B4-BE49-F238E27FC236}">
                    <a16:creationId xmlns:a16="http://schemas.microsoft.com/office/drawing/2014/main" id="{DCA859D4-CA4B-7D0C-E97F-1926A9D6712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11900" y="4821238"/>
                <a:ext cx="84137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31" h="15" extrusionOk="0">
                    <a:moveTo>
                      <a:pt x="3" y="6"/>
                    </a:moveTo>
                    <a:cubicBezTo>
                      <a:pt x="10" y="9"/>
                      <a:pt x="19" y="12"/>
                      <a:pt x="27" y="14"/>
                    </a:cubicBezTo>
                    <a:cubicBezTo>
                      <a:pt x="30" y="15"/>
                      <a:pt x="31" y="11"/>
                      <a:pt x="28" y="10"/>
                    </a:cubicBezTo>
                    <a:cubicBezTo>
                      <a:pt x="20" y="8"/>
                      <a:pt x="12" y="5"/>
                      <a:pt x="4" y="1"/>
                    </a:cubicBezTo>
                    <a:cubicBezTo>
                      <a:pt x="1" y="0"/>
                      <a:pt x="0" y="5"/>
                      <a:pt x="3" y="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3" name="Google Shape;133;p2">
                <a:extLst>
                  <a:ext uri="{FF2B5EF4-FFF2-40B4-BE49-F238E27FC236}">
                    <a16:creationId xmlns:a16="http://schemas.microsoft.com/office/drawing/2014/main" id="{AE5F4819-8B25-FC32-7989-FBC0432B837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78575" y="4787901"/>
                <a:ext cx="47625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17" h="28" extrusionOk="0">
                    <a:moveTo>
                      <a:pt x="5" y="25"/>
                    </a:moveTo>
                    <a:cubicBezTo>
                      <a:pt x="8" y="18"/>
                      <a:pt x="12" y="11"/>
                      <a:pt x="15" y="4"/>
                    </a:cubicBezTo>
                    <a:cubicBezTo>
                      <a:pt x="17" y="2"/>
                      <a:pt x="13" y="0"/>
                      <a:pt x="12" y="2"/>
                    </a:cubicBezTo>
                    <a:cubicBezTo>
                      <a:pt x="8" y="9"/>
                      <a:pt x="4" y="16"/>
                      <a:pt x="1" y="23"/>
                    </a:cubicBezTo>
                    <a:cubicBezTo>
                      <a:pt x="0" y="25"/>
                      <a:pt x="4" y="28"/>
                      <a:pt x="5" y="2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4" name="Google Shape;134;p2">
                <a:extLst>
                  <a:ext uri="{FF2B5EF4-FFF2-40B4-BE49-F238E27FC236}">
                    <a16:creationId xmlns:a16="http://schemas.microsoft.com/office/drawing/2014/main" id="{5B5D44CB-0BD0-A6B0-B780-34252F48D71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32538" y="4902201"/>
                <a:ext cx="76200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28" h="9" extrusionOk="0">
                    <a:moveTo>
                      <a:pt x="3" y="5"/>
                    </a:moveTo>
                    <a:cubicBezTo>
                      <a:pt x="10" y="7"/>
                      <a:pt x="18" y="8"/>
                      <a:pt x="25" y="9"/>
                    </a:cubicBezTo>
                    <a:cubicBezTo>
                      <a:pt x="28" y="9"/>
                      <a:pt x="28" y="5"/>
                      <a:pt x="25" y="5"/>
                    </a:cubicBezTo>
                    <a:cubicBezTo>
                      <a:pt x="18" y="4"/>
                      <a:pt x="11" y="3"/>
                      <a:pt x="4" y="1"/>
                    </a:cubicBezTo>
                    <a:cubicBezTo>
                      <a:pt x="1" y="0"/>
                      <a:pt x="0" y="5"/>
                      <a:pt x="3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5" name="Google Shape;135;p2">
                <a:extLst>
                  <a:ext uri="{FF2B5EF4-FFF2-40B4-BE49-F238E27FC236}">
                    <a16:creationId xmlns:a16="http://schemas.microsoft.com/office/drawing/2014/main" id="{C660144F-09E7-D5A8-867A-64F21F1AA45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92863" y="4851401"/>
                <a:ext cx="52387" cy="77788"/>
              </a:xfrm>
              <a:custGeom>
                <a:avLst/>
                <a:gdLst/>
                <a:ahLst/>
                <a:cxnLst/>
                <a:rect l="l" t="t" r="r" b="b"/>
                <a:pathLst>
                  <a:path w="19" h="29" extrusionOk="0">
                    <a:moveTo>
                      <a:pt x="5" y="27"/>
                    </a:moveTo>
                    <a:cubicBezTo>
                      <a:pt x="10" y="20"/>
                      <a:pt x="15" y="13"/>
                      <a:pt x="18" y="5"/>
                    </a:cubicBezTo>
                    <a:cubicBezTo>
                      <a:pt x="19" y="2"/>
                      <a:pt x="15" y="0"/>
                      <a:pt x="14" y="3"/>
                    </a:cubicBezTo>
                    <a:cubicBezTo>
                      <a:pt x="11" y="10"/>
                      <a:pt x="7" y="17"/>
                      <a:pt x="2" y="23"/>
                    </a:cubicBezTo>
                    <a:cubicBezTo>
                      <a:pt x="0" y="26"/>
                      <a:pt x="3" y="29"/>
                      <a:pt x="5" y="2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36" name="Google Shape;136;p2">
              <a:extLst>
                <a:ext uri="{FF2B5EF4-FFF2-40B4-BE49-F238E27FC236}">
                  <a16:creationId xmlns:a16="http://schemas.microsoft.com/office/drawing/2014/main" id="{2400AFAA-8315-DA61-850F-6D3536987C55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009900" y="4746626"/>
              <a:ext cx="333375" cy="200025"/>
              <a:chOff x="3009900" y="4746626"/>
              <a:chExt cx="333375" cy="200025"/>
            </a:xfrm>
          </p:grpSpPr>
          <p:sp>
            <p:nvSpPr>
              <p:cNvPr id="137" name="Google Shape;137;p2">
                <a:extLst>
                  <a:ext uri="{FF2B5EF4-FFF2-40B4-BE49-F238E27FC236}">
                    <a16:creationId xmlns:a16="http://schemas.microsoft.com/office/drawing/2014/main" id="{C160E032-225B-38D5-89B8-AAC8CF6E8A5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25775" y="4752976"/>
                <a:ext cx="317500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117" h="63" extrusionOk="0">
                    <a:moveTo>
                      <a:pt x="1" y="27"/>
                    </a:moveTo>
                    <a:cubicBezTo>
                      <a:pt x="10" y="8"/>
                      <a:pt x="33" y="0"/>
                      <a:pt x="54" y="3"/>
                    </a:cubicBezTo>
                    <a:cubicBezTo>
                      <a:pt x="74" y="5"/>
                      <a:pt x="92" y="17"/>
                      <a:pt x="108" y="31"/>
                    </a:cubicBezTo>
                    <a:cubicBezTo>
                      <a:pt x="112" y="35"/>
                      <a:pt x="117" y="40"/>
                      <a:pt x="115" y="45"/>
                    </a:cubicBezTo>
                    <a:cubicBezTo>
                      <a:pt x="114" y="48"/>
                      <a:pt x="112" y="50"/>
                      <a:pt x="110" y="51"/>
                    </a:cubicBezTo>
                    <a:cubicBezTo>
                      <a:pt x="102" y="58"/>
                      <a:pt x="91" y="59"/>
                      <a:pt x="80" y="61"/>
                    </a:cubicBezTo>
                    <a:cubicBezTo>
                      <a:pt x="63" y="62"/>
                      <a:pt x="45" y="63"/>
                      <a:pt x="30" y="56"/>
                    </a:cubicBezTo>
                    <a:cubicBezTo>
                      <a:pt x="14" y="49"/>
                      <a:pt x="0" y="34"/>
                      <a:pt x="1" y="17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8" name="Google Shape;138;p2">
                <a:extLst>
                  <a:ext uri="{FF2B5EF4-FFF2-40B4-BE49-F238E27FC236}">
                    <a16:creationId xmlns:a16="http://schemas.microsoft.com/office/drawing/2014/main" id="{BB9CD7B6-8D36-10FE-86FB-E8162E1E4AF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09900" y="4746626"/>
                <a:ext cx="331787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122" h="73" extrusionOk="0">
                    <a:moveTo>
                      <a:pt x="18" y="19"/>
                    </a:moveTo>
                    <a:cubicBezTo>
                      <a:pt x="32" y="3"/>
                      <a:pt x="55" y="5"/>
                      <a:pt x="73" y="12"/>
                    </a:cubicBezTo>
                    <a:cubicBezTo>
                      <a:pt x="90" y="18"/>
                      <a:pt x="105" y="31"/>
                      <a:pt x="118" y="44"/>
                    </a:cubicBezTo>
                    <a:cubicBezTo>
                      <a:pt x="118" y="43"/>
                      <a:pt x="118" y="42"/>
                      <a:pt x="118" y="41"/>
                    </a:cubicBezTo>
                    <a:cubicBezTo>
                      <a:pt x="103" y="54"/>
                      <a:pt x="85" y="62"/>
                      <a:pt x="65" y="63"/>
                    </a:cubicBezTo>
                    <a:cubicBezTo>
                      <a:pt x="54" y="63"/>
                      <a:pt x="44" y="60"/>
                      <a:pt x="35" y="55"/>
                    </a:cubicBezTo>
                    <a:cubicBezTo>
                      <a:pt x="23" y="48"/>
                      <a:pt x="9" y="30"/>
                      <a:pt x="21" y="17"/>
                    </a:cubicBezTo>
                    <a:cubicBezTo>
                      <a:pt x="23" y="14"/>
                      <a:pt x="19" y="11"/>
                      <a:pt x="17" y="14"/>
                    </a:cubicBezTo>
                    <a:cubicBezTo>
                      <a:pt x="0" y="33"/>
                      <a:pt x="25" y="58"/>
                      <a:pt x="44" y="64"/>
                    </a:cubicBezTo>
                    <a:cubicBezTo>
                      <a:pt x="72" y="73"/>
                      <a:pt x="101" y="63"/>
                      <a:pt x="122" y="44"/>
                    </a:cubicBezTo>
                    <a:cubicBezTo>
                      <a:pt x="122" y="43"/>
                      <a:pt x="122" y="41"/>
                      <a:pt x="121" y="40"/>
                    </a:cubicBezTo>
                    <a:cubicBezTo>
                      <a:pt x="104" y="25"/>
                      <a:pt x="87" y="11"/>
                      <a:pt x="65" y="4"/>
                    </a:cubicBezTo>
                    <a:cubicBezTo>
                      <a:pt x="48" y="0"/>
                      <a:pt x="27" y="2"/>
                      <a:pt x="15" y="16"/>
                    </a:cubicBezTo>
                    <a:cubicBezTo>
                      <a:pt x="13" y="18"/>
                      <a:pt x="16" y="21"/>
                      <a:pt x="18" y="1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9" name="Google Shape;139;p2">
                <a:extLst>
                  <a:ext uri="{FF2B5EF4-FFF2-40B4-BE49-F238E27FC236}">
                    <a16:creationId xmlns:a16="http://schemas.microsoft.com/office/drawing/2014/main" id="{7EFD7D83-B1BA-88DB-D249-12DFB24CAFF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44825" y="4813301"/>
                <a:ext cx="258762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95" h="19" extrusionOk="0">
                    <a:moveTo>
                      <a:pt x="91" y="14"/>
                    </a:moveTo>
                    <a:cubicBezTo>
                      <a:pt x="62" y="14"/>
                      <a:pt x="32" y="9"/>
                      <a:pt x="4" y="1"/>
                    </a:cubicBezTo>
                    <a:cubicBezTo>
                      <a:pt x="1" y="0"/>
                      <a:pt x="0" y="4"/>
                      <a:pt x="3" y="5"/>
                    </a:cubicBezTo>
                    <a:cubicBezTo>
                      <a:pt x="32" y="14"/>
                      <a:pt x="62" y="18"/>
                      <a:pt x="92" y="19"/>
                    </a:cubicBezTo>
                    <a:cubicBezTo>
                      <a:pt x="95" y="19"/>
                      <a:pt x="94" y="14"/>
                      <a:pt x="91" y="1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0" name="Google Shape;140;p2">
                <a:extLst>
                  <a:ext uri="{FF2B5EF4-FFF2-40B4-BE49-F238E27FC236}">
                    <a16:creationId xmlns:a16="http://schemas.microsoft.com/office/drawing/2014/main" id="{E4BC31A4-FFF7-B56B-B498-E47FC33814B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159125" y="4791076"/>
                <a:ext cx="68262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25" h="25" extrusionOk="0">
                    <a:moveTo>
                      <a:pt x="20" y="2"/>
                    </a:moveTo>
                    <a:cubicBezTo>
                      <a:pt x="14" y="7"/>
                      <a:pt x="7" y="13"/>
                      <a:pt x="2" y="20"/>
                    </a:cubicBezTo>
                    <a:cubicBezTo>
                      <a:pt x="0" y="22"/>
                      <a:pt x="3" y="25"/>
                      <a:pt x="5" y="23"/>
                    </a:cubicBezTo>
                    <a:cubicBezTo>
                      <a:pt x="11" y="16"/>
                      <a:pt x="17" y="10"/>
                      <a:pt x="23" y="5"/>
                    </a:cubicBezTo>
                    <a:cubicBezTo>
                      <a:pt x="25" y="3"/>
                      <a:pt x="22" y="0"/>
                      <a:pt x="2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1" name="Google Shape;141;p2">
                <a:extLst>
                  <a:ext uri="{FF2B5EF4-FFF2-40B4-BE49-F238E27FC236}">
                    <a16:creationId xmlns:a16="http://schemas.microsoft.com/office/drawing/2014/main" id="{76FA0A10-733D-9015-3652-C3339C94EDA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155950" y="4843463"/>
                <a:ext cx="57150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21" h="25" extrusionOk="0">
                    <a:moveTo>
                      <a:pt x="2" y="4"/>
                    </a:moveTo>
                    <a:cubicBezTo>
                      <a:pt x="7" y="10"/>
                      <a:pt x="12" y="16"/>
                      <a:pt x="16" y="23"/>
                    </a:cubicBezTo>
                    <a:cubicBezTo>
                      <a:pt x="17" y="25"/>
                      <a:pt x="21" y="23"/>
                      <a:pt x="20" y="20"/>
                    </a:cubicBezTo>
                    <a:cubicBezTo>
                      <a:pt x="15" y="14"/>
                      <a:pt x="11" y="8"/>
                      <a:pt x="6" y="2"/>
                    </a:cubicBezTo>
                    <a:cubicBezTo>
                      <a:pt x="4" y="0"/>
                      <a:pt x="0" y="2"/>
                      <a:pt x="2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2" name="Google Shape;142;p2">
                <a:extLst>
                  <a:ext uri="{FF2B5EF4-FFF2-40B4-BE49-F238E27FC236}">
                    <a16:creationId xmlns:a16="http://schemas.microsoft.com/office/drawing/2014/main" id="{1B0F1E53-3C64-FDA6-B83A-2FC35E820E1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90863" y="4775201"/>
                <a:ext cx="53975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20" h="25" extrusionOk="0">
                    <a:moveTo>
                      <a:pt x="15" y="2"/>
                    </a:moveTo>
                    <a:cubicBezTo>
                      <a:pt x="10" y="8"/>
                      <a:pt x="5" y="14"/>
                      <a:pt x="1" y="21"/>
                    </a:cubicBezTo>
                    <a:cubicBezTo>
                      <a:pt x="0" y="23"/>
                      <a:pt x="4" y="25"/>
                      <a:pt x="5" y="23"/>
                    </a:cubicBezTo>
                    <a:cubicBezTo>
                      <a:pt x="9" y="16"/>
                      <a:pt x="14" y="10"/>
                      <a:pt x="18" y="5"/>
                    </a:cubicBezTo>
                    <a:cubicBezTo>
                      <a:pt x="20" y="3"/>
                      <a:pt x="17" y="0"/>
                      <a:pt x="15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3" name="Google Shape;143;p2">
                <a:extLst>
                  <a:ext uri="{FF2B5EF4-FFF2-40B4-BE49-F238E27FC236}">
                    <a16:creationId xmlns:a16="http://schemas.microsoft.com/office/drawing/2014/main" id="{89B506C0-1EBD-26B7-B475-54EA9302F6F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94038" y="4826001"/>
                <a:ext cx="53975" cy="74613"/>
              </a:xfrm>
              <a:custGeom>
                <a:avLst/>
                <a:gdLst/>
                <a:ahLst/>
                <a:cxnLst/>
                <a:rect l="l" t="t" r="r" b="b"/>
                <a:pathLst>
                  <a:path w="20" h="27" extrusionOk="0">
                    <a:moveTo>
                      <a:pt x="1" y="4"/>
                    </a:moveTo>
                    <a:cubicBezTo>
                      <a:pt x="5" y="11"/>
                      <a:pt x="9" y="18"/>
                      <a:pt x="14" y="25"/>
                    </a:cubicBezTo>
                    <a:cubicBezTo>
                      <a:pt x="16" y="27"/>
                      <a:pt x="20" y="25"/>
                      <a:pt x="18" y="22"/>
                    </a:cubicBezTo>
                    <a:cubicBezTo>
                      <a:pt x="13" y="16"/>
                      <a:pt x="9" y="9"/>
                      <a:pt x="5" y="2"/>
                    </a:cubicBezTo>
                    <a:cubicBezTo>
                      <a:pt x="4" y="0"/>
                      <a:pt x="0" y="1"/>
                      <a:pt x="1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44" name="Google Shape;144;p2">
              <a:extLst>
                <a:ext uri="{FF2B5EF4-FFF2-40B4-BE49-F238E27FC236}">
                  <a16:creationId xmlns:a16="http://schemas.microsoft.com/office/drawing/2014/main" id="{4561077A-241A-8FDA-71C8-BF3B3B2D819D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5138738" y="4387851"/>
              <a:ext cx="250824" cy="255588"/>
              <a:chOff x="5138738" y="4387851"/>
              <a:chExt cx="250824" cy="255588"/>
            </a:xfrm>
          </p:grpSpPr>
          <p:sp>
            <p:nvSpPr>
              <p:cNvPr id="145" name="Google Shape;145;p2">
                <a:extLst>
                  <a:ext uri="{FF2B5EF4-FFF2-40B4-BE49-F238E27FC236}">
                    <a16:creationId xmlns:a16="http://schemas.microsoft.com/office/drawing/2014/main" id="{C77A54D9-9C79-D565-7F7A-F23CC706A38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38738" y="4398963"/>
                <a:ext cx="215900" cy="231775"/>
              </a:xfrm>
              <a:custGeom>
                <a:avLst/>
                <a:gdLst/>
                <a:ahLst/>
                <a:cxnLst/>
                <a:rect l="l" t="t" r="r" b="b"/>
                <a:pathLst>
                  <a:path w="79" h="85" extrusionOk="0">
                    <a:moveTo>
                      <a:pt x="34" y="76"/>
                    </a:moveTo>
                    <a:cubicBezTo>
                      <a:pt x="19" y="60"/>
                      <a:pt x="9" y="41"/>
                      <a:pt x="3" y="20"/>
                    </a:cubicBezTo>
                    <a:cubicBezTo>
                      <a:pt x="1" y="15"/>
                      <a:pt x="0" y="8"/>
                      <a:pt x="4" y="3"/>
                    </a:cubicBezTo>
                    <a:cubicBezTo>
                      <a:pt x="10" y="2"/>
                      <a:pt x="15" y="7"/>
                      <a:pt x="19" y="11"/>
                    </a:cubicBezTo>
                    <a:cubicBezTo>
                      <a:pt x="22" y="16"/>
                      <a:pt x="25" y="22"/>
                      <a:pt x="29" y="26"/>
                    </a:cubicBezTo>
                    <a:cubicBezTo>
                      <a:pt x="29" y="19"/>
                      <a:pt x="32" y="11"/>
                      <a:pt x="38" y="6"/>
                    </a:cubicBezTo>
                    <a:cubicBezTo>
                      <a:pt x="44" y="1"/>
                      <a:pt x="53" y="0"/>
                      <a:pt x="59" y="4"/>
                    </a:cubicBezTo>
                    <a:cubicBezTo>
                      <a:pt x="63" y="6"/>
                      <a:pt x="66" y="10"/>
                      <a:pt x="68" y="14"/>
                    </a:cubicBezTo>
                    <a:cubicBezTo>
                      <a:pt x="79" y="36"/>
                      <a:pt x="72" y="63"/>
                      <a:pt x="55" y="81"/>
                    </a:cubicBezTo>
                    <a:cubicBezTo>
                      <a:pt x="54" y="82"/>
                      <a:pt x="52" y="83"/>
                      <a:pt x="50" y="84"/>
                    </a:cubicBezTo>
                    <a:cubicBezTo>
                      <a:pt x="47" y="85"/>
                      <a:pt x="43" y="83"/>
                      <a:pt x="40" y="81"/>
                    </a:cubicBezTo>
                    <a:cubicBezTo>
                      <a:pt x="35" y="77"/>
                      <a:pt x="30" y="74"/>
                      <a:pt x="25" y="70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6" name="Google Shape;146;p2">
                <a:extLst>
                  <a:ext uri="{FF2B5EF4-FFF2-40B4-BE49-F238E27FC236}">
                    <a16:creationId xmlns:a16="http://schemas.microsoft.com/office/drawing/2014/main" id="{B7355ABB-6620-2BDD-F453-FD3AB94F667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03825" y="4392613"/>
                <a:ext cx="93662" cy="249238"/>
              </a:xfrm>
              <a:custGeom>
                <a:avLst/>
                <a:gdLst/>
                <a:ahLst/>
                <a:cxnLst/>
                <a:rect l="l" t="t" r="r" b="b"/>
                <a:pathLst>
                  <a:path w="34" h="91" extrusionOk="0">
                    <a:moveTo>
                      <a:pt x="27" y="86"/>
                    </a:moveTo>
                    <a:cubicBezTo>
                      <a:pt x="4" y="61"/>
                      <a:pt x="6" y="26"/>
                      <a:pt x="32" y="5"/>
                    </a:cubicBezTo>
                    <a:cubicBezTo>
                      <a:pt x="34" y="3"/>
                      <a:pt x="31" y="0"/>
                      <a:pt x="29" y="1"/>
                    </a:cubicBezTo>
                    <a:cubicBezTo>
                      <a:pt x="1" y="24"/>
                      <a:pt x="0" y="63"/>
                      <a:pt x="24" y="89"/>
                    </a:cubicBezTo>
                    <a:cubicBezTo>
                      <a:pt x="26" y="91"/>
                      <a:pt x="29" y="88"/>
                      <a:pt x="27" y="8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7" name="Google Shape;147;p2">
                <a:extLst>
                  <a:ext uri="{FF2B5EF4-FFF2-40B4-BE49-F238E27FC236}">
                    <a16:creationId xmlns:a16="http://schemas.microsoft.com/office/drawing/2014/main" id="{69761636-E466-02EB-8E40-1FB2AC649AA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67325" y="4387851"/>
                <a:ext cx="122237" cy="255588"/>
              </a:xfrm>
              <a:custGeom>
                <a:avLst/>
                <a:gdLst/>
                <a:ahLst/>
                <a:cxnLst/>
                <a:rect l="l" t="t" r="r" b="b"/>
                <a:pathLst>
                  <a:path w="45" h="94" extrusionOk="0">
                    <a:moveTo>
                      <a:pt x="6" y="5"/>
                    </a:moveTo>
                    <a:cubicBezTo>
                      <a:pt x="32" y="28"/>
                      <a:pt x="41" y="72"/>
                      <a:pt x="2" y="88"/>
                    </a:cubicBezTo>
                    <a:cubicBezTo>
                      <a:pt x="0" y="90"/>
                      <a:pt x="1" y="94"/>
                      <a:pt x="4" y="93"/>
                    </a:cubicBezTo>
                    <a:cubicBezTo>
                      <a:pt x="45" y="75"/>
                      <a:pt x="38" y="28"/>
                      <a:pt x="9" y="2"/>
                    </a:cubicBezTo>
                    <a:cubicBezTo>
                      <a:pt x="7" y="0"/>
                      <a:pt x="4" y="4"/>
                      <a:pt x="6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8" name="Google Shape;148;p2">
                <a:extLst>
                  <a:ext uri="{FF2B5EF4-FFF2-40B4-BE49-F238E27FC236}">
                    <a16:creationId xmlns:a16="http://schemas.microsoft.com/office/drawing/2014/main" id="{B04047C6-F090-FB02-3089-5D75D9C0631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60963" y="4398963"/>
                <a:ext cx="106362" cy="220663"/>
              </a:xfrm>
              <a:custGeom>
                <a:avLst/>
                <a:gdLst/>
                <a:ahLst/>
                <a:cxnLst/>
                <a:rect l="l" t="t" r="r" b="b"/>
                <a:pathLst>
                  <a:path w="39" h="81" extrusionOk="0">
                    <a:moveTo>
                      <a:pt x="37" y="76"/>
                    </a:moveTo>
                    <a:cubicBezTo>
                      <a:pt x="21" y="70"/>
                      <a:pt x="13" y="55"/>
                      <a:pt x="8" y="40"/>
                    </a:cubicBezTo>
                    <a:cubicBezTo>
                      <a:pt x="5" y="30"/>
                      <a:pt x="5" y="19"/>
                      <a:pt x="4" y="9"/>
                    </a:cubicBezTo>
                    <a:cubicBezTo>
                      <a:pt x="4" y="0"/>
                      <a:pt x="27" y="20"/>
                      <a:pt x="28" y="21"/>
                    </a:cubicBezTo>
                    <a:cubicBezTo>
                      <a:pt x="30" y="23"/>
                      <a:pt x="33" y="20"/>
                      <a:pt x="31" y="18"/>
                    </a:cubicBezTo>
                    <a:cubicBezTo>
                      <a:pt x="23" y="9"/>
                      <a:pt x="14" y="4"/>
                      <a:pt x="3" y="1"/>
                    </a:cubicBezTo>
                    <a:cubicBezTo>
                      <a:pt x="1" y="1"/>
                      <a:pt x="0" y="2"/>
                      <a:pt x="0" y="3"/>
                    </a:cubicBezTo>
                    <a:cubicBezTo>
                      <a:pt x="0" y="31"/>
                      <a:pt x="6" y="68"/>
                      <a:pt x="34" y="80"/>
                    </a:cubicBezTo>
                    <a:cubicBezTo>
                      <a:pt x="37" y="81"/>
                      <a:pt x="39" y="78"/>
                      <a:pt x="37" y="7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9" name="Google Shape;149;p2">
                <a:extLst>
                  <a:ext uri="{FF2B5EF4-FFF2-40B4-BE49-F238E27FC236}">
                    <a16:creationId xmlns:a16="http://schemas.microsoft.com/office/drawing/2014/main" id="{B2C52E91-A7D5-3C52-6A07-1978E675910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91125" y="4456113"/>
                <a:ext cx="39687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15" h="25" extrusionOk="0">
                    <a:moveTo>
                      <a:pt x="1" y="2"/>
                    </a:moveTo>
                    <a:cubicBezTo>
                      <a:pt x="4" y="10"/>
                      <a:pt x="8" y="17"/>
                      <a:pt x="12" y="24"/>
                    </a:cubicBezTo>
                    <a:cubicBezTo>
                      <a:pt x="13" y="25"/>
                      <a:pt x="15" y="24"/>
                      <a:pt x="15" y="23"/>
                    </a:cubicBezTo>
                    <a:cubicBezTo>
                      <a:pt x="10" y="16"/>
                      <a:pt x="6" y="9"/>
                      <a:pt x="3" y="1"/>
                    </a:cubicBezTo>
                    <a:cubicBezTo>
                      <a:pt x="3" y="0"/>
                      <a:pt x="0" y="1"/>
                      <a:pt x="1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0" name="Google Shape;150;p2">
                <a:extLst>
                  <a:ext uri="{FF2B5EF4-FFF2-40B4-BE49-F238E27FC236}">
                    <a16:creationId xmlns:a16="http://schemas.microsoft.com/office/drawing/2014/main" id="{1B2497EB-98F2-8146-5D81-BE285794BDE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72088" y="4445001"/>
                <a:ext cx="15875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6" h="70" extrusionOk="0">
                    <a:moveTo>
                      <a:pt x="3" y="1"/>
                    </a:moveTo>
                    <a:cubicBezTo>
                      <a:pt x="3" y="24"/>
                      <a:pt x="0" y="46"/>
                      <a:pt x="1" y="68"/>
                    </a:cubicBezTo>
                    <a:cubicBezTo>
                      <a:pt x="1" y="70"/>
                      <a:pt x="4" y="70"/>
                      <a:pt x="4" y="68"/>
                    </a:cubicBezTo>
                    <a:cubicBezTo>
                      <a:pt x="3" y="46"/>
                      <a:pt x="5" y="24"/>
                      <a:pt x="6" y="1"/>
                    </a:cubicBezTo>
                    <a:cubicBezTo>
                      <a:pt x="6" y="0"/>
                      <a:pt x="3" y="0"/>
                      <a:pt x="3" y="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1" name="Google Shape;151;p2">
                <a:extLst>
                  <a:ext uri="{FF2B5EF4-FFF2-40B4-BE49-F238E27FC236}">
                    <a16:creationId xmlns:a16="http://schemas.microsoft.com/office/drawing/2014/main" id="{C26658F4-7BFF-764E-C16A-4D2F39E901D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45100" y="4483101"/>
                <a:ext cx="42862" cy="42863"/>
              </a:xfrm>
              <a:custGeom>
                <a:avLst/>
                <a:gdLst/>
                <a:ahLst/>
                <a:cxnLst/>
                <a:rect l="l" t="t" r="r" b="b"/>
                <a:pathLst>
                  <a:path w="16" h="16" extrusionOk="0">
                    <a:moveTo>
                      <a:pt x="1" y="3"/>
                    </a:moveTo>
                    <a:cubicBezTo>
                      <a:pt x="5" y="7"/>
                      <a:pt x="9" y="11"/>
                      <a:pt x="13" y="15"/>
                    </a:cubicBezTo>
                    <a:cubicBezTo>
                      <a:pt x="14" y="16"/>
                      <a:pt x="16" y="14"/>
                      <a:pt x="15" y="13"/>
                    </a:cubicBezTo>
                    <a:cubicBezTo>
                      <a:pt x="11" y="9"/>
                      <a:pt x="7" y="5"/>
                      <a:pt x="3" y="1"/>
                    </a:cubicBezTo>
                    <a:cubicBezTo>
                      <a:pt x="1" y="0"/>
                      <a:pt x="0" y="1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2" name="Google Shape;152;p2">
                <a:extLst>
                  <a:ext uri="{FF2B5EF4-FFF2-40B4-BE49-F238E27FC236}">
                    <a16:creationId xmlns:a16="http://schemas.microsoft.com/office/drawing/2014/main" id="{E8BEE0F2-386E-FF91-0BA1-66ED6436E3F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78438" y="4487863"/>
                <a:ext cx="53975" cy="36513"/>
              </a:xfrm>
              <a:custGeom>
                <a:avLst/>
                <a:gdLst/>
                <a:ahLst/>
                <a:cxnLst/>
                <a:rect l="l" t="t" r="r" b="b"/>
                <a:pathLst>
                  <a:path w="20" h="13" extrusionOk="0">
                    <a:moveTo>
                      <a:pt x="3" y="12"/>
                    </a:moveTo>
                    <a:cubicBezTo>
                      <a:pt x="8" y="9"/>
                      <a:pt x="13" y="6"/>
                      <a:pt x="18" y="3"/>
                    </a:cubicBezTo>
                    <a:cubicBezTo>
                      <a:pt x="20" y="3"/>
                      <a:pt x="18" y="0"/>
                      <a:pt x="17" y="1"/>
                    </a:cubicBezTo>
                    <a:cubicBezTo>
                      <a:pt x="12" y="4"/>
                      <a:pt x="6" y="7"/>
                      <a:pt x="1" y="10"/>
                    </a:cubicBezTo>
                    <a:cubicBezTo>
                      <a:pt x="0" y="11"/>
                      <a:pt x="1" y="13"/>
                      <a:pt x="3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3" name="Google Shape;153;p2">
                <a:extLst>
                  <a:ext uri="{FF2B5EF4-FFF2-40B4-BE49-F238E27FC236}">
                    <a16:creationId xmlns:a16="http://schemas.microsoft.com/office/drawing/2014/main" id="{ECCC2455-8139-F9F8-5226-9CE254EEA8D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45100" y="4548188"/>
                <a:ext cx="412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16" extrusionOk="0">
                    <a:moveTo>
                      <a:pt x="2" y="3"/>
                    </a:moveTo>
                    <a:cubicBezTo>
                      <a:pt x="5" y="7"/>
                      <a:pt x="8" y="11"/>
                      <a:pt x="12" y="15"/>
                    </a:cubicBezTo>
                    <a:cubicBezTo>
                      <a:pt x="13" y="16"/>
                      <a:pt x="15" y="14"/>
                      <a:pt x="14" y="13"/>
                    </a:cubicBezTo>
                    <a:cubicBezTo>
                      <a:pt x="10" y="9"/>
                      <a:pt x="7" y="5"/>
                      <a:pt x="3" y="1"/>
                    </a:cubicBezTo>
                    <a:cubicBezTo>
                      <a:pt x="2" y="0"/>
                      <a:pt x="0" y="2"/>
                      <a:pt x="2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4" name="Google Shape;154;p2">
                <a:extLst>
                  <a:ext uri="{FF2B5EF4-FFF2-40B4-BE49-F238E27FC236}">
                    <a16:creationId xmlns:a16="http://schemas.microsoft.com/office/drawing/2014/main" id="{CCB5B49F-5F4A-9E61-2744-B1EB8F7E54F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75263" y="4551363"/>
                <a:ext cx="49212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18" h="15" extrusionOk="0">
                    <a:moveTo>
                      <a:pt x="3" y="14"/>
                    </a:moveTo>
                    <a:cubicBezTo>
                      <a:pt x="7" y="10"/>
                      <a:pt x="12" y="7"/>
                      <a:pt x="17" y="4"/>
                    </a:cubicBezTo>
                    <a:cubicBezTo>
                      <a:pt x="18" y="3"/>
                      <a:pt x="17" y="0"/>
                      <a:pt x="15" y="1"/>
                    </a:cubicBezTo>
                    <a:cubicBezTo>
                      <a:pt x="11" y="5"/>
                      <a:pt x="6" y="8"/>
                      <a:pt x="1" y="12"/>
                    </a:cubicBezTo>
                    <a:cubicBezTo>
                      <a:pt x="0" y="13"/>
                      <a:pt x="1" y="15"/>
                      <a:pt x="3" y="1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55" name="Google Shape;155;p2">
              <a:extLst>
                <a:ext uri="{FF2B5EF4-FFF2-40B4-BE49-F238E27FC236}">
                  <a16:creationId xmlns:a16="http://schemas.microsoft.com/office/drawing/2014/main" id="{BD901900-C02C-63B5-C880-EC3C1C453DD2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219450" y="4289426"/>
              <a:ext cx="236537" cy="257175"/>
              <a:chOff x="3219450" y="4289426"/>
              <a:chExt cx="236537" cy="257175"/>
            </a:xfrm>
          </p:grpSpPr>
          <p:sp>
            <p:nvSpPr>
              <p:cNvPr id="156" name="Google Shape;156;p2">
                <a:extLst>
                  <a:ext uri="{FF2B5EF4-FFF2-40B4-BE49-F238E27FC236}">
                    <a16:creationId xmlns:a16="http://schemas.microsoft.com/office/drawing/2014/main" id="{C255B28E-36A3-9F7B-70FE-6D0E5ECD7E56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19450" y="4289426"/>
                <a:ext cx="200025" cy="239713"/>
              </a:xfrm>
              <a:custGeom>
                <a:avLst/>
                <a:gdLst/>
                <a:ahLst/>
                <a:cxnLst/>
                <a:rect l="l" t="t" r="r" b="b"/>
                <a:pathLst>
                  <a:path w="74" h="88" extrusionOk="0">
                    <a:moveTo>
                      <a:pt x="28" y="79"/>
                    </a:moveTo>
                    <a:cubicBezTo>
                      <a:pt x="10" y="59"/>
                      <a:pt x="0" y="32"/>
                      <a:pt x="2" y="6"/>
                    </a:cubicBezTo>
                    <a:cubicBezTo>
                      <a:pt x="10" y="6"/>
                      <a:pt x="15" y="15"/>
                      <a:pt x="22" y="19"/>
                    </a:cubicBezTo>
                    <a:cubicBezTo>
                      <a:pt x="22" y="20"/>
                      <a:pt x="23" y="20"/>
                      <a:pt x="24" y="20"/>
                    </a:cubicBezTo>
                    <a:cubicBezTo>
                      <a:pt x="26" y="20"/>
                      <a:pt x="27" y="19"/>
                      <a:pt x="28" y="18"/>
                    </a:cubicBezTo>
                    <a:cubicBezTo>
                      <a:pt x="30" y="15"/>
                      <a:pt x="33" y="11"/>
                      <a:pt x="35" y="8"/>
                    </a:cubicBezTo>
                    <a:cubicBezTo>
                      <a:pt x="38" y="4"/>
                      <a:pt x="41" y="0"/>
                      <a:pt x="46" y="1"/>
                    </a:cubicBezTo>
                    <a:cubicBezTo>
                      <a:pt x="48" y="2"/>
                      <a:pt x="50" y="3"/>
                      <a:pt x="52" y="5"/>
                    </a:cubicBezTo>
                    <a:cubicBezTo>
                      <a:pt x="62" y="17"/>
                      <a:pt x="74" y="30"/>
                      <a:pt x="73" y="46"/>
                    </a:cubicBezTo>
                    <a:cubicBezTo>
                      <a:pt x="73" y="60"/>
                      <a:pt x="64" y="72"/>
                      <a:pt x="55" y="83"/>
                    </a:cubicBezTo>
                    <a:cubicBezTo>
                      <a:pt x="53" y="85"/>
                      <a:pt x="51" y="88"/>
                      <a:pt x="48" y="88"/>
                    </a:cubicBezTo>
                    <a:cubicBezTo>
                      <a:pt x="46" y="88"/>
                      <a:pt x="43" y="86"/>
                      <a:pt x="42" y="85"/>
                    </a:cubicBezTo>
                    <a:cubicBezTo>
                      <a:pt x="36" y="81"/>
                      <a:pt x="31" y="77"/>
                      <a:pt x="26" y="73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7" name="Google Shape;157;p2">
                <a:extLst>
                  <a:ext uri="{FF2B5EF4-FFF2-40B4-BE49-F238E27FC236}">
                    <a16:creationId xmlns:a16="http://schemas.microsoft.com/office/drawing/2014/main" id="{22ADD940-5D0A-7305-A928-E415DC01AA8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70250" y="4292601"/>
                <a:ext cx="92075" cy="247650"/>
              </a:xfrm>
              <a:custGeom>
                <a:avLst/>
                <a:gdLst/>
                <a:ahLst/>
                <a:cxnLst/>
                <a:rect l="l" t="t" r="r" b="b"/>
                <a:pathLst>
                  <a:path w="34" h="91" extrusionOk="0">
                    <a:moveTo>
                      <a:pt x="27" y="86"/>
                    </a:moveTo>
                    <a:cubicBezTo>
                      <a:pt x="4" y="62"/>
                      <a:pt x="6" y="27"/>
                      <a:pt x="32" y="5"/>
                    </a:cubicBezTo>
                    <a:cubicBezTo>
                      <a:pt x="34" y="4"/>
                      <a:pt x="31" y="0"/>
                      <a:pt x="29" y="2"/>
                    </a:cubicBezTo>
                    <a:cubicBezTo>
                      <a:pt x="1" y="25"/>
                      <a:pt x="0" y="63"/>
                      <a:pt x="24" y="89"/>
                    </a:cubicBezTo>
                    <a:cubicBezTo>
                      <a:pt x="26" y="91"/>
                      <a:pt x="29" y="88"/>
                      <a:pt x="27" y="8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8" name="Google Shape;158;p2">
                <a:extLst>
                  <a:ext uri="{FF2B5EF4-FFF2-40B4-BE49-F238E27FC236}">
                    <a16:creationId xmlns:a16="http://schemas.microsoft.com/office/drawing/2014/main" id="{B311F96F-C211-FBD9-36FB-18E1C8D6421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33750" y="4289426"/>
                <a:ext cx="122237" cy="257175"/>
              </a:xfrm>
              <a:custGeom>
                <a:avLst/>
                <a:gdLst/>
                <a:ahLst/>
                <a:cxnLst/>
                <a:rect l="l" t="t" r="r" b="b"/>
                <a:pathLst>
                  <a:path w="45" h="94" extrusionOk="0">
                    <a:moveTo>
                      <a:pt x="6" y="5"/>
                    </a:moveTo>
                    <a:cubicBezTo>
                      <a:pt x="32" y="28"/>
                      <a:pt x="41" y="72"/>
                      <a:pt x="2" y="88"/>
                    </a:cubicBezTo>
                    <a:cubicBezTo>
                      <a:pt x="0" y="89"/>
                      <a:pt x="1" y="94"/>
                      <a:pt x="3" y="92"/>
                    </a:cubicBezTo>
                    <a:cubicBezTo>
                      <a:pt x="45" y="75"/>
                      <a:pt x="38" y="28"/>
                      <a:pt x="9" y="2"/>
                    </a:cubicBezTo>
                    <a:cubicBezTo>
                      <a:pt x="7" y="0"/>
                      <a:pt x="4" y="3"/>
                      <a:pt x="6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9" name="Google Shape;159;p2">
                <a:extLst>
                  <a:ext uri="{FF2B5EF4-FFF2-40B4-BE49-F238E27FC236}">
                    <a16:creationId xmlns:a16="http://schemas.microsoft.com/office/drawing/2014/main" id="{745A7C11-652D-483F-BC50-8D3F30CD5C4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27388" y="4300538"/>
                <a:ext cx="106362" cy="220663"/>
              </a:xfrm>
              <a:custGeom>
                <a:avLst/>
                <a:gdLst/>
                <a:ahLst/>
                <a:cxnLst/>
                <a:rect l="l" t="t" r="r" b="b"/>
                <a:pathLst>
                  <a:path w="39" h="81" extrusionOk="0">
                    <a:moveTo>
                      <a:pt x="36" y="76"/>
                    </a:moveTo>
                    <a:cubicBezTo>
                      <a:pt x="21" y="70"/>
                      <a:pt x="13" y="54"/>
                      <a:pt x="8" y="39"/>
                    </a:cubicBezTo>
                    <a:cubicBezTo>
                      <a:pt x="5" y="29"/>
                      <a:pt x="5" y="19"/>
                      <a:pt x="4" y="9"/>
                    </a:cubicBezTo>
                    <a:cubicBezTo>
                      <a:pt x="4" y="0"/>
                      <a:pt x="27" y="19"/>
                      <a:pt x="28" y="21"/>
                    </a:cubicBezTo>
                    <a:cubicBezTo>
                      <a:pt x="30" y="23"/>
                      <a:pt x="33" y="20"/>
                      <a:pt x="31" y="17"/>
                    </a:cubicBezTo>
                    <a:cubicBezTo>
                      <a:pt x="23" y="9"/>
                      <a:pt x="14" y="4"/>
                      <a:pt x="3" y="1"/>
                    </a:cubicBezTo>
                    <a:cubicBezTo>
                      <a:pt x="1" y="1"/>
                      <a:pt x="0" y="2"/>
                      <a:pt x="0" y="3"/>
                    </a:cubicBezTo>
                    <a:cubicBezTo>
                      <a:pt x="0" y="31"/>
                      <a:pt x="6" y="68"/>
                      <a:pt x="34" y="80"/>
                    </a:cubicBezTo>
                    <a:cubicBezTo>
                      <a:pt x="37" y="81"/>
                      <a:pt x="39" y="77"/>
                      <a:pt x="36" y="7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0" name="Google Shape;160;p2">
                <a:extLst>
                  <a:ext uri="{FF2B5EF4-FFF2-40B4-BE49-F238E27FC236}">
                    <a16:creationId xmlns:a16="http://schemas.microsoft.com/office/drawing/2014/main" id="{F7E9D733-25B7-7D83-76C8-1F397261F15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57550" y="4357688"/>
                <a:ext cx="39687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15" h="25" extrusionOk="0">
                    <a:moveTo>
                      <a:pt x="1" y="2"/>
                    </a:moveTo>
                    <a:cubicBezTo>
                      <a:pt x="4" y="10"/>
                      <a:pt x="7" y="17"/>
                      <a:pt x="12" y="24"/>
                    </a:cubicBezTo>
                    <a:cubicBezTo>
                      <a:pt x="13" y="25"/>
                      <a:pt x="15" y="24"/>
                      <a:pt x="14" y="23"/>
                    </a:cubicBezTo>
                    <a:cubicBezTo>
                      <a:pt x="10" y="16"/>
                      <a:pt x="6" y="9"/>
                      <a:pt x="3" y="1"/>
                    </a:cubicBezTo>
                    <a:cubicBezTo>
                      <a:pt x="3" y="0"/>
                      <a:pt x="0" y="0"/>
                      <a:pt x="1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1" name="Google Shape;161;p2">
                <a:extLst>
                  <a:ext uri="{FF2B5EF4-FFF2-40B4-BE49-F238E27FC236}">
                    <a16:creationId xmlns:a16="http://schemas.microsoft.com/office/drawing/2014/main" id="{44B67308-F557-C58B-0D58-DF8FD0BA3A6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38513" y="4346576"/>
                <a:ext cx="15875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6" h="70" extrusionOk="0">
                    <a:moveTo>
                      <a:pt x="3" y="1"/>
                    </a:moveTo>
                    <a:cubicBezTo>
                      <a:pt x="3" y="23"/>
                      <a:pt x="0" y="46"/>
                      <a:pt x="1" y="68"/>
                    </a:cubicBezTo>
                    <a:cubicBezTo>
                      <a:pt x="1" y="70"/>
                      <a:pt x="4" y="70"/>
                      <a:pt x="4" y="68"/>
                    </a:cubicBezTo>
                    <a:cubicBezTo>
                      <a:pt x="3" y="46"/>
                      <a:pt x="5" y="23"/>
                      <a:pt x="6" y="1"/>
                    </a:cubicBezTo>
                    <a:cubicBezTo>
                      <a:pt x="6" y="0"/>
                      <a:pt x="3" y="0"/>
                      <a:pt x="3" y="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2" name="Google Shape;162;p2">
                <a:extLst>
                  <a:ext uri="{FF2B5EF4-FFF2-40B4-BE49-F238E27FC236}">
                    <a16:creationId xmlns:a16="http://schemas.microsoft.com/office/drawing/2014/main" id="{156189AE-CB79-24E0-A04F-AA4BDB389256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11525" y="4383088"/>
                <a:ext cx="42862" cy="46038"/>
              </a:xfrm>
              <a:custGeom>
                <a:avLst/>
                <a:gdLst/>
                <a:ahLst/>
                <a:cxnLst/>
                <a:rect l="l" t="t" r="r" b="b"/>
                <a:pathLst>
                  <a:path w="16" h="17" extrusionOk="0">
                    <a:moveTo>
                      <a:pt x="1" y="3"/>
                    </a:moveTo>
                    <a:cubicBezTo>
                      <a:pt x="5" y="7"/>
                      <a:pt x="9" y="12"/>
                      <a:pt x="13" y="16"/>
                    </a:cubicBezTo>
                    <a:cubicBezTo>
                      <a:pt x="14" y="17"/>
                      <a:pt x="16" y="15"/>
                      <a:pt x="14" y="14"/>
                    </a:cubicBezTo>
                    <a:cubicBezTo>
                      <a:pt x="11" y="10"/>
                      <a:pt x="7" y="6"/>
                      <a:pt x="3" y="2"/>
                    </a:cubicBezTo>
                    <a:cubicBezTo>
                      <a:pt x="1" y="0"/>
                      <a:pt x="0" y="2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3" name="Google Shape;163;p2">
                <a:extLst>
                  <a:ext uri="{FF2B5EF4-FFF2-40B4-BE49-F238E27FC236}">
                    <a16:creationId xmlns:a16="http://schemas.microsoft.com/office/drawing/2014/main" id="{2546A112-3166-FFA1-FA22-52F4C146147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43275" y="4391026"/>
                <a:ext cx="52387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19" h="13" extrusionOk="0">
                    <a:moveTo>
                      <a:pt x="3" y="12"/>
                    </a:moveTo>
                    <a:cubicBezTo>
                      <a:pt x="8" y="9"/>
                      <a:pt x="13" y="6"/>
                      <a:pt x="18" y="3"/>
                    </a:cubicBezTo>
                    <a:cubicBezTo>
                      <a:pt x="19" y="2"/>
                      <a:pt x="18" y="0"/>
                      <a:pt x="17" y="1"/>
                    </a:cubicBezTo>
                    <a:cubicBezTo>
                      <a:pt x="12" y="4"/>
                      <a:pt x="6" y="7"/>
                      <a:pt x="1" y="10"/>
                    </a:cubicBezTo>
                    <a:cubicBezTo>
                      <a:pt x="0" y="11"/>
                      <a:pt x="1" y="13"/>
                      <a:pt x="3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4" name="Google Shape;164;p2">
                <a:extLst>
                  <a:ext uri="{FF2B5EF4-FFF2-40B4-BE49-F238E27FC236}">
                    <a16:creationId xmlns:a16="http://schemas.microsoft.com/office/drawing/2014/main" id="{0A2664A1-8455-B2DD-682E-335D531CE39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11525" y="4449763"/>
                <a:ext cx="412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16" extrusionOk="0">
                    <a:moveTo>
                      <a:pt x="1" y="3"/>
                    </a:moveTo>
                    <a:cubicBezTo>
                      <a:pt x="5" y="7"/>
                      <a:pt x="8" y="11"/>
                      <a:pt x="12" y="15"/>
                    </a:cubicBezTo>
                    <a:cubicBezTo>
                      <a:pt x="13" y="16"/>
                      <a:pt x="15" y="14"/>
                      <a:pt x="14" y="13"/>
                    </a:cubicBezTo>
                    <a:cubicBezTo>
                      <a:pt x="10" y="9"/>
                      <a:pt x="7" y="5"/>
                      <a:pt x="3" y="1"/>
                    </a:cubicBezTo>
                    <a:cubicBezTo>
                      <a:pt x="2" y="0"/>
                      <a:pt x="0" y="2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5" name="Google Shape;165;p2">
                <a:extLst>
                  <a:ext uri="{FF2B5EF4-FFF2-40B4-BE49-F238E27FC236}">
                    <a16:creationId xmlns:a16="http://schemas.microsoft.com/office/drawing/2014/main" id="{9337336A-59CE-4FD8-C0B1-D2A00CBA1FD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41688" y="4452938"/>
                <a:ext cx="49212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18" h="15" extrusionOk="0">
                    <a:moveTo>
                      <a:pt x="3" y="14"/>
                    </a:moveTo>
                    <a:cubicBezTo>
                      <a:pt x="7" y="10"/>
                      <a:pt x="12" y="7"/>
                      <a:pt x="17" y="3"/>
                    </a:cubicBezTo>
                    <a:cubicBezTo>
                      <a:pt x="18" y="2"/>
                      <a:pt x="17" y="0"/>
                      <a:pt x="15" y="1"/>
                    </a:cubicBezTo>
                    <a:cubicBezTo>
                      <a:pt x="11" y="5"/>
                      <a:pt x="6" y="8"/>
                      <a:pt x="1" y="11"/>
                    </a:cubicBezTo>
                    <a:cubicBezTo>
                      <a:pt x="0" y="12"/>
                      <a:pt x="1" y="15"/>
                      <a:pt x="3" y="1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</p:grpSp>
      <p:grpSp>
        <p:nvGrpSpPr>
          <p:cNvPr id="10" name="그룹 9">
            <a:extLst>
              <a:ext uri="{FF2B5EF4-FFF2-40B4-BE49-F238E27FC236}">
                <a16:creationId xmlns:a16="http://schemas.microsoft.com/office/drawing/2014/main" id="{60B7A35F-4461-49C3-5F0F-D6E036B37ED8}"/>
              </a:ext>
            </a:extLst>
          </p:cNvPr>
          <p:cNvGrpSpPr/>
          <p:nvPr/>
        </p:nvGrpSpPr>
        <p:grpSpPr>
          <a:xfrm>
            <a:off x="229924" y="10140480"/>
            <a:ext cx="7146829" cy="323165"/>
            <a:chOff x="194988" y="9900789"/>
            <a:chExt cx="7146829" cy="323165"/>
          </a:xfrm>
        </p:grpSpPr>
        <p:sp>
          <p:nvSpPr>
            <p:cNvPr id="19" name="Google Shape;19;p2">
              <a:extLst>
                <a:ext uri="{FF2B5EF4-FFF2-40B4-BE49-F238E27FC236}">
                  <a16:creationId xmlns:a16="http://schemas.microsoft.com/office/drawing/2014/main" id="{F2850D80-8400-BCED-E007-95FE5EAB099F}"/>
                </a:ext>
              </a:extLst>
            </p:cNvPr>
            <p:cNvSpPr/>
            <p:nvPr/>
          </p:nvSpPr>
          <p:spPr>
            <a:xfrm>
              <a:off x="194988" y="9900789"/>
              <a:ext cx="6120050" cy="323165"/>
            </a:xfrm>
            <a:custGeom>
              <a:avLst/>
              <a:gdLst/>
              <a:ahLst/>
              <a:cxnLst/>
              <a:rect l="l" t="t" r="r" b="b"/>
              <a:pathLst>
                <a:path w="21600" h="1200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94640"/>
                </a:buClr>
                <a:buSzPts val="800"/>
                <a:buFont typeface="Arial"/>
                <a:buNone/>
              </a:pPr>
              <a:r>
                <a:rPr lang="en-US" sz="700" u="none" strike="noStrike" cap="none" dirty="0" smtClean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  <a:sym typeface="Arial"/>
                </a:rPr>
                <a:t>&lt;</a:t>
              </a:r>
              <a:r>
                <a:rPr lang="ko-KR" altLang="en-US" sz="700" u="none" strike="noStrike" cap="none" dirty="0" smtClean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  <a:sym typeface="Arial"/>
                </a:rPr>
                <a:t>알레르기 표시 안내</a:t>
              </a:r>
              <a:r>
                <a:rPr lang="en-US" altLang="ko-KR" sz="700" dirty="0" smtClean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&gt;</a:t>
              </a:r>
            </a:p>
            <a:p>
              <a:pPr lvl="0">
                <a:buClr>
                  <a:srgbClr val="494640"/>
                </a:buClr>
                <a:buSzPts val="800"/>
              </a:pP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①난류 ②우유 ③메밀 ④땅콩 ⑤대두 ⑥밀 ⑦고등어 ⑧게 ⑨새우 ⑩돼지고기 ⑪복숭아 ⑫토마토 ⑬</a:t>
              </a:r>
              <a:r>
                <a:rPr lang="ko-KR" altLang="en-US" sz="700" dirty="0" err="1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아황산류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⑭호두 ⑮닭고기 ⑯쇠고기 ⑰오징어 ⑱조개류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(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굴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,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전복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,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홍합 포함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) ⑲</a:t>
              </a:r>
              <a:r>
                <a:rPr lang="ko-KR" altLang="en-US" sz="700" dirty="0" smtClean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잣</a:t>
              </a:r>
              <a:endParaRPr lang="en-US" altLang="ko-KR" sz="700" dirty="0" smtClean="0">
                <a:solidFill>
                  <a:srgbClr val="FF33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endParaRPr>
            </a:p>
            <a:p>
              <a:pPr lvl="0">
                <a:buClr>
                  <a:srgbClr val="494640"/>
                </a:buClr>
                <a:buSzPts val="800"/>
              </a:pPr>
              <a:r>
                <a:rPr lang="ko-KR" altLang="en-US" sz="700" dirty="0" smtClean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*</a:t>
              </a:r>
              <a:r>
                <a:rPr lang="ko-KR" altLang="en-US" sz="700" dirty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위 식단은 </a:t>
              </a:r>
              <a:r>
                <a:rPr lang="ko-KR" altLang="en-US" sz="700" dirty="0" err="1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식품수급에</a:t>
              </a:r>
              <a:r>
                <a:rPr lang="ko-KR" altLang="en-US" sz="700" dirty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따라 변경될 수 있습니다</a:t>
              </a:r>
              <a:r>
                <a:rPr lang="en-US" altLang="ko-KR" sz="700" dirty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.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I </a:t>
              </a:r>
              <a:r>
                <a:rPr lang="en-US" altLang="ko-KR" sz="700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kizmeal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</a:t>
              </a:r>
              <a:r>
                <a:rPr lang="en-US" altLang="ko-KR" sz="7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OOO</a:t>
              </a:r>
              <a:r>
                <a:rPr lang="ko-KR" altLang="en-US" sz="7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</a:t>
              </a:r>
              <a:r>
                <a:rPr lang="ko-KR" altLang="en-US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영양사 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I </a:t>
              </a:r>
              <a:r>
                <a:rPr lang="en-US" altLang="ko-KR" sz="7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OOOOOOO@kizmeal.com 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I </a:t>
              </a:r>
              <a:r>
                <a:rPr lang="en-US" altLang="ko-KR" sz="7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www.kizmeal.com</a:t>
              </a:r>
              <a:endParaRPr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endParaRPr>
            </a:p>
          </p:txBody>
        </p:sp>
        <p:pic>
          <p:nvPicPr>
            <p:cNvPr id="8" name="그래픽 118">
              <a:extLst>
                <a:ext uri="{FF2B5EF4-FFF2-40B4-BE49-F238E27FC236}">
                  <a16:creationId xmlns:a16="http://schemas.microsoft.com/office/drawing/2014/main" id="{1D157731-307A-FF75-5D5D-5D7937AB1CF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299259" y="9900789"/>
              <a:ext cx="1042558" cy="2408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3" name="그룹 2">
            <a:extLst>
              <a:ext uri="{FF2B5EF4-FFF2-40B4-BE49-F238E27FC236}">
                <a16:creationId xmlns:a16="http://schemas.microsoft.com/office/drawing/2014/main" id="{EA9FAA8D-392A-F683-23E8-3D3DF97AE526}"/>
              </a:ext>
            </a:extLst>
          </p:cNvPr>
          <p:cNvGrpSpPr/>
          <p:nvPr/>
        </p:nvGrpSpPr>
        <p:grpSpPr>
          <a:xfrm>
            <a:off x="637929" y="854683"/>
            <a:ext cx="6711703" cy="298397"/>
            <a:chOff x="618004" y="854683"/>
            <a:chExt cx="6711703" cy="298397"/>
          </a:xfrm>
        </p:grpSpPr>
        <p:sp>
          <p:nvSpPr>
            <p:cNvPr id="6" name="Google Shape;25;p2">
              <a:extLst>
                <a:ext uri="{FF2B5EF4-FFF2-40B4-BE49-F238E27FC236}">
                  <a16:creationId xmlns:a16="http://schemas.microsoft.com/office/drawing/2014/main" id="{FB483C0B-1365-7A2B-40A0-B2729DDC9263}"/>
                </a:ext>
              </a:extLst>
            </p:cNvPr>
            <p:cNvSpPr/>
            <p:nvPr/>
          </p:nvSpPr>
          <p:spPr>
            <a:xfrm>
              <a:off x="5994362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48826D"/>
                </a:gs>
                <a:gs pos="80000">
                  <a:srgbClr val="48826D"/>
                </a:gs>
                <a:gs pos="100000">
                  <a:srgbClr val="30554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7" name="Google Shape;25;p2">
              <a:extLst>
                <a:ext uri="{FF2B5EF4-FFF2-40B4-BE49-F238E27FC236}">
                  <a16:creationId xmlns:a16="http://schemas.microsoft.com/office/drawing/2014/main" id="{8B83643B-338C-C6F8-4E90-A8EF04B219B0}"/>
                </a:ext>
              </a:extLst>
            </p:cNvPr>
            <p:cNvSpPr/>
            <p:nvPr/>
          </p:nvSpPr>
          <p:spPr>
            <a:xfrm>
              <a:off x="4653141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84B29C"/>
                </a:gs>
                <a:gs pos="80000">
                  <a:srgbClr val="84B29C"/>
                </a:gs>
                <a:gs pos="100000">
                  <a:srgbClr val="568D77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2" name="Google Shape;25;p2">
              <a:extLst>
                <a:ext uri="{FF2B5EF4-FFF2-40B4-BE49-F238E27FC236}">
                  <a16:creationId xmlns:a16="http://schemas.microsoft.com/office/drawing/2014/main" id="{08DF9732-B797-2F3C-5AD7-A7ACC9B90A21}"/>
                </a:ext>
              </a:extLst>
            </p:cNvPr>
            <p:cNvSpPr/>
            <p:nvPr/>
          </p:nvSpPr>
          <p:spPr>
            <a:xfrm>
              <a:off x="3308260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48826D"/>
                </a:gs>
                <a:gs pos="80000">
                  <a:srgbClr val="48826D"/>
                </a:gs>
                <a:gs pos="100000">
                  <a:srgbClr val="30554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3" name="Google Shape;25;p2">
              <a:extLst>
                <a:ext uri="{FF2B5EF4-FFF2-40B4-BE49-F238E27FC236}">
                  <a16:creationId xmlns:a16="http://schemas.microsoft.com/office/drawing/2014/main" id="{46A0EF80-F0B5-B293-7945-D8B6F0F2F459}"/>
                </a:ext>
              </a:extLst>
            </p:cNvPr>
            <p:cNvSpPr/>
            <p:nvPr/>
          </p:nvSpPr>
          <p:spPr>
            <a:xfrm>
              <a:off x="1967039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84B29C"/>
                </a:gs>
                <a:gs pos="80000">
                  <a:srgbClr val="84B29C"/>
                </a:gs>
                <a:gs pos="100000">
                  <a:srgbClr val="568D77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4" name="Google Shape;25;p2">
              <a:extLst>
                <a:ext uri="{FF2B5EF4-FFF2-40B4-BE49-F238E27FC236}">
                  <a16:creationId xmlns:a16="http://schemas.microsoft.com/office/drawing/2014/main" id="{1E0C0E49-3149-E717-A359-E63939DA0488}"/>
                </a:ext>
              </a:extLst>
            </p:cNvPr>
            <p:cNvSpPr/>
            <p:nvPr/>
          </p:nvSpPr>
          <p:spPr>
            <a:xfrm>
              <a:off x="618004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48826D"/>
                </a:gs>
                <a:gs pos="80000">
                  <a:srgbClr val="48826D"/>
                </a:gs>
                <a:gs pos="100000">
                  <a:srgbClr val="30554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5" name="Google Shape;26;p2">
              <a:extLst>
                <a:ext uri="{FF2B5EF4-FFF2-40B4-BE49-F238E27FC236}">
                  <a16:creationId xmlns:a16="http://schemas.microsoft.com/office/drawing/2014/main" id="{8E5E21AA-E209-F89C-5C13-CC2C300988DF}"/>
                </a:ext>
              </a:extLst>
            </p:cNvPr>
            <p:cNvSpPr txBox="1"/>
            <p:nvPr/>
          </p:nvSpPr>
          <p:spPr>
            <a:xfrm>
              <a:off x="619598" y="937850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MONDAY</a:t>
              </a:r>
              <a:r>
                <a:rPr lang="en-US" sz="1000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월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6" name="Google Shape;29;p2">
              <a:extLst>
                <a:ext uri="{FF2B5EF4-FFF2-40B4-BE49-F238E27FC236}">
                  <a16:creationId xmlns:a16="http://schemas.microsoft.com/office/drawing/2014/main" id="{D1267E4B-B66F-1819-0F48-FA5652DE33ED}"/>
                </a:ext>
              </a:extLst>
            </p:cNvPr>
            <p:cNvSpPr txBox="1"/>
            <p:nvPr/>
          </p:nvSpPr>
          <p:spPr>
            <a:xfrm>
              <a:off x="1962574" y="943793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TUESDAY</a:t>
              </a:r>
              <a:r>
                <a:rPr lang="en-US" sz="1000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화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8" name="Google Shape;32;p2">
              <a:extLst>
                <a:ext uri="{FF2B5EF4-FFF2-40B4-BE49-F238E27FC236}">
                  <a16:creationId xmlns:a16="http://schemas.microsoft.com/office/drawing/2014/main" id="{EB6B79E6-643B-C59A-19DA-2381717F94C5}"/>
                </a:ext>
              </a:extLst>
            </p:cNvPr>
            <p:cNvSpPr txBox="1"/>
            <p:nvPr/>
          </p:nvSpPr>
          <p:spPr>
            <a:xfrm>
              <a:off x="3312267" y="931916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WEDNESDAY</a:t>
              </a:r>
              <a:r>
                <a:rPr lang="en-US" sz="1000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수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20" name="Google Shape;35;p2">
              <a:extLst>
                <a:ext uri="{FF2B5EF4-FFF2-40B4-BE49-F238E27FC236}">
                  <a16:creationId xmlns:a16="http://schemas.microsoft.com/office/drawing/2014/main" id="{87EE6E11-97E5-8DC8-3595-F4B2DA26503B}"/>
                </a:ext>
              </a:extLst>
            </p:cNvPr>
            <p:cNvSpPr txBox="1"/>
            <p:nvPr/>
          </p:nvSpPr>
          <p:spPr>
            <a:xfrm>
              <a:off x="6003772" y="933691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FRIDAY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금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23" name="Google Shape;63;p2">
              <a:extLst>
                <a:ext uri="{FF2B5EF4-FFF2-40B4-BE49-F238E27FC236}">
                  <a16:creationId xmlns:a16="http://schemas.microsoft.com/office/drawing/2014/main" id="{9FCD7BE1-32CE-14AF-63FD-25AEFBB4CB7B}"/>
                </a:ext>
              </a:extLst>
            </p:cNvPr>
            <p:cNvSpPr txBox="1"/>
            <p:nvPr/>
          </p:nvSpPr>
          <p:spPr>
            <a:xfrm>
              <a:off x="4664146" y="930098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THURSDAY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목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</p:grpSp>
      <p:sp>
        <p:nvSpPr>
          <p:cNvPr id="188" name="Google Shape;59;p2">
            <a:extLst>
              <a:ext uri="{FF2B5EF4-FFF2-40B4-BE49-F238E27FC236}">
                <a16:creationId xmlns:a16="http://schemas.microsoft.com/office/drawing/2014/main" id="{DF8F4FD9-F4AD-F7F7-0936-3BD31264363A}"/>
              </a:ext>
            </a:extLst>
          </p:cNvPr>
          <p:cNvSpPr txBox="1"/>
          <p:nvPr/>
        </p:nvSpPr>
        <p:spPr>
          <a:xfrm>
            <a:off x="4693798" y="8317232"/>
            <a:ext cx="268535" cy="2307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8E72"/>
              </a:buClr>
              <a:buSzPts val="1000"/>
              <a:buFont typeface="Arial"/>
              <a:buNone/>
            </a:pPr>
            <a:r>
              <a:rPr lang="en-US" sz="900" b="1" dirty="0" smtClean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28</a:t>
            </a:r>
            <a:endParaRPr sz="900" b="1" u="none" strike="noStrike" cap="none" dirty="0">
              <a:solidFill>
                <a:srgbClr val="84B29C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  <a:sym typeface="Arial"/>
            </a:endParaRPr>
          </a:p>
        </p:txBody>
      </p:sp>
      <p:sp>
        <p:nvSpPr>
          <p:cNvPr id="189" name="Google Shape;59;p2">
            <a:extLst>
              <a:ext uri="{FF2B5EF4-FFF2-40B4-BE49-F238E27FC236}">
                <a16:creationId xmlns:a16="http://schemas.microsoft.com/office/drawing/2014/main" id="{DF8F4FD9-F4AD-F7F7-0936-3BD31264363A}"/>
              </a:ext>
            </a:extLst>
          </p:cNvPr>
          <p:cNvSpPr txBox="1"/>
          <p:nvPr/>
        </p:nvSpPr>
        <p:spPr>
          <a:xfrm>
            <a:off x="6041133" y="8317232"/>
            <a:ext cx="268535" cy="2307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8E72"/>
              </a:buClr>
              <a:buSzPts val="1000"/>
              <a:buFont typeface="Arial"/>
              <a:buNone/>
            </a:pPr>
            <a:r>
              <a:rPr lang="en-US" sz="900" b="1" dirty="0" smtClean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29</a:t>
            </a:r>
            <a:endParaRPr sz="900" b="1" u="none" strike="noStrike" cap="none" dirty="0">
              <a:solidFill>
                <a:srgbClr val="84B29C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  <a:sym typeface="Arial"/>
            </a:endParaRPr>
          </a:p>
        </p:txBody>
      </p:sp>
      <p:pic>
        <p:nvPicPr>
          <p:cNvPr id="190" name="그림 18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8053" y="1295376"/>
            <a:ext cx="643770" cy="807807"/>
          </a:xfrm>
          <a:prstGeom prst="rect">
            <a:avLst/>
          </a:prstGeom>
        </p:spPr>
      </p:pic>
      <p:sp>
        <p:nvSpPr>
          <p:cNvPr id="191" name="TextBox 190"/>
          <p:cNvSpPr txBox="1"/>
          <p:nvPr/>
        </p:nvSpPr>
        <p:spPr>
          <a:xfrm>
            <a:off x="1585078" y="1271991"/>
            <a:ext cx="3394738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buClr>
                <a:schemeClr val="dk1"/>
              </a:buClr>
              <a:buSzPts val="900"/>
            </a:pPr>
            <a:r>
              <a:rPr lang="ko-KR" altLang="en-US" sz="1000" b="1" dirty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원산지 표기</a:t>
            </a: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쌀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친환경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현미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흑미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찹쌀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친환경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소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육우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돼지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닭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오리고기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</a:t>
            </a:r>
            <a:r>
              <a:rPr lang="ko-KR" altLang="en-US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무항생제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순두부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두부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콩비지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콩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-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배추김치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배추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-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고춧가루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-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삼치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아귀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오징어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고등어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꽃게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패류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새우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베트남산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명태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러시아산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참치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원양산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가다랑어포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인도네시아산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</a:t>
            </a:r>
            <a:endParaRPr lang="en-US" altLang="ko-KR" sz="800" dirty="0">
              <a:solidFill>
                <a:schemeClr val="tx1">
                  <a:lumMod val="65000"/>
                  <a:lumOff val="35000"/>
                </a:schemeClr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192" name="TextBox 191"/>
          <p:cNvSpPr txBox="1"/>
          <p:nvPr/>
        </p:nvSpPr>
        <p:spPr>
          <a:xfrm>
            <a:off x="759009" y="2147853"/>
            <a:ext cx="389670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buClr>
                <a:schemeClr val="dk1"/>
              </a:buClr>
              <a:buSzPts val="900"/>
            </a:pP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* 원재료 </a:t>
            </a:r>
            <a:r>
              <a:rPr lang="ko-KR" altLang="en-US" sz="800" dirty="0" err="1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표시안내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*</a:t>
            </a: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햄</a:t>
            </a:r>
            <a:r>
              <a:rPr lang="en-US" altLang="ko-KR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/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소시지</a:t>
            </a:r>
            <a:r>
              <a:rPr lang="en-US" altLang="ko-KR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(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국내산 </a:t>
            </a:r>
            <a:r>
              <a:rPr lang="ko-KR" altLang="en-US" sz="800" dirty="0" err="1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무항생제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altLang="ko-KR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5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無 또는 </a:t>
            </a:r>
            <a:r>
              <a:rPr lang="en-US" altLang="ko-KR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7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無</a:t>
            </a:r>
            <a:r>
              <a:rPr lang="en-US" altLang="ko-KR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), </a:t>
            </a:r>
            <a:r>
              <a:rPr lang="ko-KR" altLang="en-US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달걀</a:t>
            </a:r>
            <a:r>
              <a:rPr lang="en-US" altLang="ko-KR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(</a:t>
            </a:r>
            <a:r>
              <a:rPr lang="ko-KR" altLang="en-US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국내산 동물복지 유정란 또는 </a:t>
            </a:r>
            <a:r>
              <a:rPr lang="ko-KR" altLang="en-US" sz="800" dirty="0" err="1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무항생제란</a:t>
            </a:r>
            <a:r>
              <a:rPr lang="en-US" altLang="ko-KR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)</a:t>
            </a:r>
          </a:p>
          <a:p>
            <a:pPr lvl="0">
              <a:buClr>
                <a:schemeClr val="dk1"/>
              </a:buClr>
              <a:buSzPts val="900"/>
            </a:pPr>
            <a:endParaRPr lang="en-US" altLang="ko-KR" sz="800" dirty="0">
              <a:solidFill>
                <a:srgbClr val="339966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800" dirty="0" err="1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키즈밀은</a:t>
            </a:r>
            <a:r>
              <a:rPr lang="ko-KR" altLang="en-US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  <a:r>
              <a:rPr lang="ko-KR" altLang="en-US" sz="800" dirty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엄선된 친환경 및 국내산 식자재를 선별</a:t>
            </a:r>
            <a:r>
              <a:rPr lang="ko-KR" altLang="en-US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하여 사용하고</a:t>
            </a:r>
            <a:r>
              <a:rPr lang="en-US" altLang="ko-KR" sz="8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화학첨가물이 들어있는 </a:t>
            </a:r>
            <a:r>
              <a:rPr lang="ko-KR" altLang="en-US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가공식품은 최대한 </a:t>
            </a:r>
            <a:r>
              <a:rPr lang="ko-KR" altLang="en-US" sz="8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배제하여</a:t>
            </a:r>
            <a:r>
              <a:rPr lang="en-US" altLang="ko-KR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  <a:r>
              <a:rPr lang="ko-KR" altLang="en-US" sz="8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올바른 </a:t>
            </a:r>
            <a:r>
              <a:rPr lang="ko-KR" altLang="en-US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식습관 확립 및 균형 잡힌 </a:t>
            </a:r>
            <a:r>
              <a:rPr lang="ko-KR" altLang="en-US" sz="8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영양을 제공합니다</a:t>
            </a:r>
            <a:r>
              <a:rPr lang="en-US" altLang="ko-KR" sz="8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.</a:t>
            </a:r>
            <a:endParaRPr lang="ko-KR" altLang="en-US" sz="800" dirty="0">
              <a:solidFill>
                <a:srgbClr val="146152"/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193" name="TextBox 192"/>
          <p:cNvSpPr txBox="1"/>
          <p:nvPr/>
        </p:nvSpPr>
        <p:spPr>
          <a:xfrm>
            <a:off x="194988" y="424009"/>
            <a:ext cx="11734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5</a:t>
            </a:r>
            <a:r>
              <a:rPr lang="ko-KR" altLang="en-US" sz="1000" dirty="0" smtClean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월 추천 식자재</a:t>
            </a:r>
            <a:endParaRPr lang="en-US" altLang="ko-KR" sz="1000" dirty="0" smtClean="0">
              <a:solidFill>
                <a:srgbClr val="146152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r>
              <a:rPr lang="ko-KR" altLang="en-US" sz="800" dirty="0" err="1" smtClean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마늘쫑</a:t>
            </a:r>
            <a:r>
              <a:rPr lang="ko-KR" altLang="en-US" sz="800" dirty="0" smtClean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altLang="ko-KR" sz="800" dirty="0" smtClean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/ </a:t>
            </a:r>
            <a:r>
              <a:rPr lang="ko-KR" altLang="en-US" sz="800" dirty="0" smtClean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매실</a:t>
            </a:r>
            <a:endParaRPr lang="ko-KR" altLang="en-US" sz="800" dirty="0">
              <a:solidFill>
                <a:srgbClr val="146152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pic>
        <p:nvPicPr>
          <p:cNvPr id="166" name="그림 165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7928" y="8359774"/>
            <a:ext cx="1327530" cy="1645285"/>
          </a:xfrm>
          <a:prstGeom prst="rect">
            <a:avLst/>
          </a:prstGeom>
        </p:spPr>
      </p:pic>
      <p:sp>
        <p:nvSpPr>
          <p:cNvPr id="196" name="TextBox 195"/>
          <p:cNvSpPr txBox="1"/>
          <p:nvPr/>
        </p:nvSpPr>
        <p:spPr>
          <a:xfrm>
            <a:off x="747990" y="8858453"/>
            <a:ext cx="11074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dirty="0" smtClean="0">
                <a:solidFill>
                  <a:srgbClr val="216A5B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부처님 오신 날</a:t>
            </a:r>
            <a:endParaRPr lang="en-US" altLang="ko-KR" sz="1000" dirty="0" smtClean="0">
              <a:solidFill>
                <a:srgbClr val="216A5B"/>
              </a:solidFill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  <a:p>
            <a:pPr algn="ctr"/>
            <a:r>
              <a:rPr lang="en-US" altLang="ko-KR" sz="800" dirty="0" smtClean="0">
                <a:solidFill>
                  <a:srgbClr val="216A5B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*</a:t>
            </a:r>
            <a:r>
              <a:rPr lang="ko-KR" altLang="en-US" sz="800" dirty="0" err="1" smtClean="0">
                <a:solidFill>
                  <a:srgbClr val="216A5B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대체공휴일</a:t>
            </a:r>
            <a:r>
              <a:rPr lang="en-US" altLang="ko-KR" sz="800" dirty="0" smtClean="0">
                <a:solidFill>
                  <a:srgbClr val="216A5B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*</a:t>
            </a:r>
            <a:endParaRPr lang="ko-KR" altLang="en-US" sz="800" dirty="0">
              <a:solidFill>
                <a:srgbClr val="216A5B"/>
              </a:solidFill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pic>
        <p:nvPicPr>
          <p:cNvPr id="199" name="그림 198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1238" y="160608"/>
            <a:ext cx="911049" cy="612731"/>
          </a:xfrm>
          <a:prstGeom prst="rect">
            <a:avLst/>
          </a:prstGeom>
        </p:spPr>
      </p:pic>
      <p:pic>
        <p:nvPicPr>
          <p:cNvPr id="2" name="그림 1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83436" y="2967852"/>
            <a:ext cx="1333173" cy="1751631"/>
          </a:xfrm>
          <a:prstGeom prst="rect">
            <a:avLst/>
          </a:prstGeom>
        </p:spPr>
      </p:pic>
      <p:sp>
        <p:nvSpPr>
          <p:cNvPr id="198" name="TextBox 197"/>
          <p:cNvSpPr txBox="1"/>
          <p:nvPr/>
        </p:nvSpPr>
        <p:spPr>
          <a:xfrm>
            <a:off x="2091763" y="3396692"/>
            <a:ext cx="110740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 smtClean="0">
                <a:solidFill>
                  <a:srgbClr val="216A5B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어린이날</a:t>
            </a:r>
            <a:endParaRPr lang="ko-KR" altLang="en-US" sz="1200" dirty="0">
              <a:solidFill>
                <a:srgbClr val="216A5B"/>
              </a:solidFill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grpSp>
        <p:nvGrpSpPr>
          <p:cNvPr id="167" name="Google Shape;36;p2">
            <a:extLst>
              <a:ext uri="{FF2B5EF4-FFF2-40B4-BE49-F238E27FC236}">
                <a16:creationId xmlns:a16="http://schemas.microsoft.com/office/drawing/2014/main" id="{351B882D-32A2-1AEA-E625-69A54A120CAE}"/>
              </a:ext>
            </a:extLst>
          </p:cNvPr>
          <p:cNvGrpSpPr/>
          <p:nvPr/>
        </p:nvGrpSpPr>
        <p:grpSpPr>
          <a:xfrm>
            <a:off x="637928" y="1173476"/>
            <a:ext cx="5677110" cy="7378634"/>
            <a:chOff x="618003" y="1157978"/>
            <a:chExt cx="5677110" cy="7378634"/>
          </a:xfrm>
        </p:grpSpPr>
        <p:sp>
          <p:nvSpPr>
            <p:cNvPr id="168" name="Google Shape;37;p2">
              <a:extLst>
                <a:ext uri="{FF2B5EF4-FFF2-40B4-BE49-F238E27FC236}">
                  <a16:creationId xmlns:a16="http://schemas.microsoft.com/office/drawing/2014/main" id="{2DA118F4-3362-50F0-23BA-73A82E35316D}"/>
                </a:ext>
              </a:extLst>
            </p:cNvPr>
            <p:cNvSpPr txBox="1"/>
            <p:nvPr/>
          </p:nvSpPr>
          <p:spPr>
            <a:xfrm>
              <a:off x="624113" y="1164507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69" name="Google Shape;41;p2">
              <a:extLst>
                <a:ext uri="{FF2B5EF4-FFF2-40B4-BE49-F238E27FC236}">
                  <a16:creationId xmlns:a16="http://schemas.microsoft.com/office/drawing/2014/main" id="{847E75D2-F0C6-914E-F677-BD558494F54F}"/>
                </a:ext>
              </a:extLst>
            </p:cNvPr>
            <p:cNvSpPr txBox="1"/>
            <p:nvPr/>
          </p:nvSpPr>
          <p:spPr>
            <a:xfrm>
              <a:off x="6016472" y="1157978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u="none" strike="noStrike" cap="none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01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70" name="Google Shape;42;p2">
              <a:extLst>
                <a:ext uri="{FF2B5EF4-FFF2-40B4-BE49-F238E27FC236}">
                  <a16:creationId xmlns:a16="http://schemas.microsoft.com/office/drawing/2014/main" id="{D3ABBF6A-4940-94AC-EF1F-9033FBD0DEC7}"/>
                </a:ext>
              </a:extLst>
            </p:cNvPr>
            <p:cNvSpPr txBox="1"/>
            <p:nvPr/>
          </p:nvSpPr>
          <p:spPr>
            <a:xfrm>
              <a:off x="634219" y="2973864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u="none" strike="noStrike" cap="none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04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71" name="Google Shape;43;p2">
              <a:extLst>
                <a:ext uri="{FF2B5EF4-FFF2-40B4-BE49-F238E27FC236}">
                  <a16:creationId xmlns:a16="http://schemas.microsoft.com/office/drawing/2014/main" id="{E0B52BA2-CFAD-85EB-60B7-D63D836CD77F}"/>
                </a:ext>
              </a:extLst>
            </p:cNvPr>
            <p:cNvSpPr txBox="1"/>
            <p:nvPr/>
          </p:nvSpPr>
          <p:spPr>
            <a:xfrm>
              <a:off x="1983608" y="2971503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u="none" strike="noStrike" cap="none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05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72" name="Google Shape;44;p2">
              <a:extLst>
                <a:ext uri="{FF2B5EF4-FFF2-40B4-BE49-F238E27FC236}">
                  <a16:creationId xmlns:a16="http://schemas.microsoft.com/office/drawing/2014/main" id="{F8634860-E6E7-55AD-F237-0F0581EA6E0F}"/>
                </a:ext>
              </a:extLst>
            </p:cNvPr>
            <p:cNvSpPr txBox="1"/>
            <p:nvPr/>
          </p:nvSpPr>
          <p:spPr>
            <a:xfrm>
              <a:off x="3323060" y="2969728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u="none" strike="noStrike" cap="none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06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73" name="Google Shape;45;p2">
              <a:extLst>
                <a:ext uri="{FF2B5EF4-FFF2-40B4-BE49-F238E27FC236}">
                  <a16:creationId xmlns:a16="http://schemas.microsoft.com/office/drawing/2014/main" id="{0E7BEB21-709C-7C25-CB25-6F398F3EFF9B}"/>
                </a:ext>
              </a:extLst>
            </p:cNvPr>
            <p:cNvSpPr txBox="1"/>
            <p:nvPr/>
          </p:nvSpPr>
          <p:spPr>
            <a:xfrm>
              <a:off x="4673874" y="2969727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07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74" name="Google Shape;46;p2">
              <a:extLst>
                <a:ext uri="{FF2B5EF4-FFF2-40B4-BE49-F238E27FC236}">
                  <a16:creationId xmlns:a16="http://schemas.microsoft.com/office/drawing/2014/main" id="{4457248D-19F3-64DE-EACB-8874389D5C2E}"/>
                </a:ext>
              </a:extLst>
            </p:cNvPr>
            <p:cNvSpPr txBox="1"/>
            <p:nvPr/>
          </p:nvSpPr>
          <p:spPr>
            <a:xfrm>
              <a:off x="6026578" y="2967335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08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75" name="Google Shape;47;p2">
              <a:extLst>
                <a:ext uri="{FF2B5EF4-FFF2-40B4-BE49-F238E27FC236}">
                  <a16:creationId xmlns:a16="http://schemas.microsoft.com/office/drawing/2014/main" id="{E8CC9484-49CF-1231-E7EA-18F0BC179853}"/>
                </a:ext>
              </a:extLst>
            </p:cNvPr>
            <p:cNvSpPr txBox="1"/>
            <p:nvPr/>
          </p:nvSpPr>
          <p:spPr>
            <a:xfrm>
              <a:off x="618003" y="4757281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u="none" strike="noStrike" cap="none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11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76" name="Google Shape;48;p2">
              <a:extLst>
                <a:ext uri="{FF2B5EF4-FFF2-40B4-BE49-F238E27FC236}">
                  <a16:creationId xmlns:a16="http://schemas.microsoft.com/office/drawing/2014/main" id="{1252665C-5F25-50F0-B4C6-0A3FB2D4A8AC}"/>
                </a:ext>
              </a:extLst>
            </p:cNvPr>
            <p:cNvSpPr txBox="1"/>
            <p:nvPr/>
          </p:nvSpPr>
          <p:spPr>
            <a:xfrm>
              <a:off x="1967392" y="4754920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12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77" name="Google Shape;49;p2">
              <a:extLst>
                <a:ext uri="{FF2B5EF4-FFF2-40B4-BE49-F238E27FC236}">
                  <a16:creationId xmlns:a16="http://schemas.microsoft.com/office/drawing/2014/main" id="{A1E8AA39-180F-7517-1D3D-A5AA2D784A86}"/>
                </a:ext>
              </a:extLst>
            </p:cNvPr>
            <p:cNvSpPr txBox="1"/>
            <p:nvPr/>
          </p:nvSpPr>
          <p:spPr>
            <a:xfrm>
              <a:off x="3306844" y="4753145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13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78" name="Google Shape;50;p2">
              <a:extLst>
                <a:ext uri="{FF2B5EF4-FFF2-40B4-BE49-F238E27FC236}">
                  <a16:creationId xmlns:a16="http://schemas.microsoft.com/office/drawing/2014/main" id="{3524CA58-FBEA-B15E-0BFE-596FB186918C}"/>
                </a:ext>
              </a:extLst>
            </p:cNvPr>
            <p:cNvSpPr txBox="1"/>
            <p:nvPr/>
          </p:nvSpPr>
          <p:spPr>
            <a:xfrm>
              <a:off x="4657658" y="4753144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14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79" name="Google Shape;51;p2">
              <a:extLst>
                <a:ext uri="{FF2B5EF4-FFF2-40B4-BE49-F238E27FC236}">
                  <a16:creationId xmlns:a16="http://schemas.microsoft.com/office/drawing/2014/main" id="{477F1C95-1A35-F4A5-CA63-B444EAD506E4}"/>
                </a:ext>
              </a:extLst>
            </p:cNvPr>
            <p:cNvSpPr txBox="1"/>
            <p:nvPr/>
          </p:nvSpPr>
          <p:spPr>
            <a:xfrm>
              <a:off x="6010362" y="4750752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15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80" name="Google Shape;52;p2">
              <a:extLst>
                <a:ext uri="{FF2B5EF4-FFF2-40B4-BE49-F238E27FC236}">
                  <a16:creationId xmlns:a16="http://schemas.microsoft.com/office/drawing/2014/main" id="{234CAFBB-4FB3-330B-EFA7-D94ED00DEAFC}"/>
                </a:ext>
              </a:extLst>
            </p:cNvPr>
            <p:cNvSpPr txBox="1"/>
            <p:nvPr/>
          </p:nvSpPr>
          <p:spPr>
            <a:xfrm>
              <a:off x="618003" y="6513909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18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81" name="Google Shape;53;p2">
              <a:extLst>
                <a:ext uri="{FF2B5EF4-FFF2-40B4-BE49-F238E27FC236}">
                  <a16:creationId xmlns:a16="http://schemas.microsoft.com/office/drawing/2014/main" id="{D62E2A19-8493-4418-9F24-377DE04E4822}"/>
                </a:ext>
              </a:extLst>
            </p:cNvPr>
            <p:cNvSpPr txBox="1"/>
            <p:nvPr/>
          </p:nvSpPr>
          <p:spPr>
            <a:xfrm>
              <a:off x="1967392" y="6511548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19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82" name="Google Shape;54;p2">
              <a:extLst>
                <a:ext uri="{FF2B5EF4-FFF2-40B4-BE49-F238E27FC236}">
                  <a16:creationId xmlns:a16="http://schemas.microsoft.com/office/drawing/2014/main" id="{18C5B212-DADC-1310-AA28-2342DBDA901B}"/>
                </a:ext>
              </a:extLst>
            </p:cNvPr>
            <p:cNvSpPr txBox="1"/>
            <p:nvPr/>
          </p:nvSpPr>
          <p:spPr>
            <a:xfrm>
              <a:off x="3306844" y="6509773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20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83" name="Google Shape;55;p2">
              <a:extLst>
                <a:ext uri="{FF2B5EF4-FFF2-40B4-BE49-F238E27FC236}">
                  <a16:creationId xmlns:a16="http://schemas.microsoft.com/office/drawing/2014/main" id="{5BA08C42-EBA3-18B6-FCA4-C19EBA1B2586}"/>
                </a:ext>
              </a:extLst>
            </p:cNvPr>
            <p:cNvSpPr txBox="1"/>
            <p:nvPr/>
          </p:nvSpPr>
          <p:spPr>
            <a:xfrm>
              <a:off x="4657658" y="6509772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21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84" name="Google Shape;56;p2">
              <a:extLst>
                <a:ext uri="{FF2B5EF4-FFF2-40B4-BE49-F238E27FC236}">
                  <a16:creationId xmlns:a16="http://schemas.microsoft.com/office/drawing/2014/main" id="{04217DA5-F11F-3188-DA5F-CB119DD79B30}"/>
                </a:ext>
              </a:extLst>
            </p:cNvPr>
            <p:cNvSpPr txBox="1"/>
            <p:nvPr/>
          </p:nvSpPr>
          <p:spPr>
            <a:xfrm>
              <a:off x="6010362" y="6507380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22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85" name="Google Shape;57;p2">
              <a:extLst>
                <a:ext uri="{FF2B5EF4-FFF2-40B4-BE49-F238E27FC236}">
                  <a16:creationId xmlns:a16="http://schemas.microsoft.com/office/drawing/2014/main" id="{7C8FFC1C-C58F-98BF-6575-810B9E24C750}"/>
                </a:ext>
              </a:extLst>
            </p:cNvPr>
            <p:cNvSpPr txBox="1"/>
            <p:nvPr/>
          </p:nvSpPr>
          <p:spPr>
            <a:xfrm>
              <a:off x="618003" y="8305870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25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86" name="Google Shape;58;p2">
              <a:extLst>
                <a:ext uri="{FF2B5EF4-FFF2-40B4-BE49-F238E27FC236}">
                  <a16:creationId xmlns:a16="http://schemas.microsoft.com/office/drawing/2014/main" id="{97C28457-5A36-A39C-C52C-025E466978C7}"/>
                </a:ext>
              </a:extLst>
            </p:cNvPr>
            <p:cNvSpPr txBox="1"/>
            <p:nvPr/>
          </p:nvSpPr>
          <p:spPr>
            <a:xfrm>
              <a:off x="1967392" y="8303509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26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87" name="Google Shape;59;p2">
              <a:extLst>
                <a:ext uri="{FF2B5EF4-FFF2-40B4-BE49-F238E27FC236}">
                  <a16:creationId xmlns:a16="http://schemas.microsoft.com/office/drawing/2014/main" id="{DF8F4FD9-F4AD-F7F7-0936-3BD31264363A}"/>
                </a:ext>
              </a:extLst>
            </p:cNvPr>
            <p:cNvSpPr txBox="1"/>
            <p:nvPr/>
          </p:nvSpPr>
          <p:spPr>
            <a:xfrm>
              <a:off x="3306844" y="8301734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27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5121399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테마">
  <a:themeElements>
    <a:clrScheme name="Office 테마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3F949A"/>
      </a:accent1>
      <a:accent2>
        <a:srgbClr val="4764B0"/>
      </a:accent2>
      <a:accent3>
        <a:srgbClr val="4FADD1"/>
      </a:accent3>
      <a:accent4>
        <a:srgbClr val="85B692"/>
      </a:accent4>
      <a:accent5>
        <a:srgbClr val="6B94E2"/>
      </a:accent5>
      <a:accent6>
        <a:srgbClr val="819BAB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 테마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3F949A"/>
      </a:accent1>
      <a:accent2>
        <a:srgbClr val="4764B0"/>
      </a:accent2>
      <a:accent3>
        <a:srgbClr val="4FADD1"/>
      </a:accent3>
      <a:accent4>
        <a:srgbClr val="85B692"/>
      </a:accent4>
      <a:accent5>
        <a:srgbClr val="6B94E2"/>
      </a:accent5>
      <a:accent6>
        <a:srgbClr val="819BAB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1245</TotalTime>
  <Words>804</Words>
  <Application>Microsoft Office PowerPoint</Application>
  <PresentationFormat>사용자 지정</PresentationFormat>
  <Paragraphs>162</Paragraphs>
  <Slides>3</Slides>
  <Notes>3</Notes>
  <HiddenSlides>0</HiddenSlides>
  <MMClips>0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</vt:i4>
      </vt:variant>
    </vt:vector>
  </HeadingPairs>
  <TitlesOfParts>
    <vt:vector size="12" baseType="lpstr">
      <vt:lpstr>OLDWEST</vt:lpstr>
      <vt:lpstr>Pretendard</vt:lpstr>
      <vt:lpstr>Pretendard ExtraBold</vt:lpstr>
      <vt:lpstr>Pretendard Light</vt:lpstr>
      <vt:lpstr>Pretendard Medium</vt:lpstr>
      <vt:lpstr>Pretendard SemiBold</vt:lpstr>
      <vt:lpstr>Arial</vt:lpstr>
      <vt:lpstr>Calibri</vt:lpstr>
      <vt:lpstr>Office 테마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USER</dc:creator>
  <cp:lastModifiedBy>USER</cp:lastModifiedBy>
  <cp:revision>129</cp:revision>
  <cp:lastPrinted>2026-03-10T05:09:50Z</cp:lastPrinted>
  <dcterms:modified xsi:type="dcterms:W3CDTF">2026-03-10T23:51:31Z</dcterms:modified>
</cp:coreProperties>
</file>