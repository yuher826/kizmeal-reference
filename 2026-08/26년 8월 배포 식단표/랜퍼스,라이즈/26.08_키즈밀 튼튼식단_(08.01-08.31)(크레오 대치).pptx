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145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대치</a:t>
            </a: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크레오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533125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02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71" y="513539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645338" y="4892127"/>
            <a:ext cx="527362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642173" y="5557233"/>
            <a:ext cx="5631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44038" y="1116859"/>
            <a:ext cx="5671000" cy="2046279"/>
            <a:chOff x="644038" y="1180005"/>
            <a:chExt cx="5671000" cy="2046279"/>
          </a:xfrm>
        </p:grpSpPr>
        <p:grpSp>
          <p:nvGrpSpPr>
            <p:cNvPr id="181" name="Google Shape;36;p2">
              <a:extLst>
                <a:ext uri="{FF2B5EF4-FFF2-40B4-BE49-F238E27FC236}">
                  <a16:creationId xmlns="" xmlns:a16="http://schemas.microsoft.com/office/drawing/2014/main" id="{351B882D-32A2-1AEA-E625-69A54A120CAE}"/>
                </a:ext>
              </a:extLst>
            </p:cNvPr>
            <p:cNvGrpSpPr/>
            <p:nvPr/>
          </p:nvGrpSpPr>
          <p:grpSpPr>
            <a:xfrm>
              <a:off x="644038" y="1180005"/>
              <a:ext cx="5671000" cy="2040808"/>
              <a:chOff x="624113" y="1164507"/>
              <a:chExt cx="5671000" cy="2040808"/>
            </a:xfrm>
          </p:grpSpPr>
          <p:sp>
            <p:nvSpPr>
              <p:cNvPr id="182" name="Google Shape;37;p2">
                <a:extLst>
                  <a:ext uri="{FF2B5EF4-FFF2-40B4-BE49-F238E27FC236}">
                    <a16:creationId xmlns="" xmlns:a16="http://schemas.microsoft.com/office/drawing/2014/main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3" name="Google Shape;41;p2">
                <a:extLst>
                  <a:ext uri="{FF2B5EF4-FFF2-40B4-BE49-F238E27FC236}">
                    <a16:creationId xmlns="" xmlns:a16="http://schemas.microsoft.com/office/drawing/2014/main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2108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4" name="Google Shape;42;p2">
                <a:extLst>
                  <a:ext uri="{FF2B5EF4-FFF2-40B4-BE49-F238E27FC236}">
                    <a16:creationId xmlns="" xmlns:a16="http://schemas.microsoft.com/office/drawing/2014/main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5" name="Google Shape;43;p2">
                <a:extLst>
                  <a:ext uri="{FF2B5EF4-FFF2-40B4-BE49-F238E27FC236}">
                    <a16:creationId xmlns="" xmlns:a16="http://schemas.microsoft.com/office/drawing/2014/main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13681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6" name="Google Shape;44;p2">
                <a:extLst>
                  <a:ext uri="{FF2B5EF4-FFF2-40B4-BE49-F238E27FC236}">
                    <a16:creationId xmlns="" xmlns:a16="http://schemas.microsoft.com/office/drawing/2014/main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1190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7" name="Google Shape;45;p2">
                <a:extLst>
                  <a:ext uri="{FF2B5EF4-FFF2-40B4-BE49-F238E27FC236}">
                    <a16:creationId xmlns="" xmlns:a16="http://schemas.microsoft.com/office/drawing/2014/main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11905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8" name="Google Shape;46;p2">
                <a:extLst>
                  <a:ext uri="{FF2B5EF4-FFF2-40B4-BE49-F238E27FC236}">
                    <a16:creationId xmlns="" xmlns:a16="http://schemas.microsoft.com/office/drawing/2014/main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20951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9" name="Google Shape;47;p2">
                <a:extLst>
                  <a:ext uri="{FF2B5EF4-FFF2-40B4-BE49-F238E27FC236}">
                    <a16:creationId xmlns="" xmlns:a16="http://schemas.microsoft.com/office/drawing/2014/main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7457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90" name="Google Shape;48;p2">
                <a:extLst>
                  <a:ext uri="{FF2B5EF4-FFF2-40B4-BE49-F238E27FC236}">
                    <a16:creationId xmlns="" xmlns:a16="http://schemas.microsoft.com/office/drawing/2014/main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09604" y="657465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502</Words>
  <Application>Microsoft Office PowerPoint</Application>
  <PresentationFormat>사용자 지정</PresentationFormat>
  <Paragraphs>124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208</cp:revision>
  <cp:lastPrinted>2026-03-10T05:09:50Z</cp:lastPrinted>
  <dcterms:modified xsi:type="dcterms:W3CDTF">2026-07-23T00:39:31Z</dcterms:modified>
</cp:coreProperties>
</file>