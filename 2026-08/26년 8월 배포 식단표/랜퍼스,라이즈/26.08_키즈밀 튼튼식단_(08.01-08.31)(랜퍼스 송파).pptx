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682" y="95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송파랜퍼스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754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203</cp:revision>
  <cp:lastPrinted>2026-03-10T05:09:50Z</cp:lastPrinted>
  <dcterms:modified xsi:type="dcterms:W3CDTF">2026-07-21T04:46:01Z</dcterms:modified>
</cp:coreProperties>
</file>