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72" r:id="rId2"/>
    <p:sldId id="273" r:id="rId3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75" d="100"/>
          <a:sy n="75" d="100"/>
        </p:scale>
        <p:origin x="-878" y="226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라이즈</a:t>
            </a: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강남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589152003"/>
              </p:ext>
            </p:extLst>
          </p:nvPr>
        </p:nvGraphicFramePr>
        <p:xfrm>
          <a:off x="194988" y="1156203"/>
          <a:ext cx="7166525" cy="89184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⑤⑥⑰⑱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하트파이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슈크림도넛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164Kcal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5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70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토핑과일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85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버터크로와상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573" y="84503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29241" y="845087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5036" y="927092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18048"/>
            <a:ext cx="5684917" cy="7427533"/>
            <a:chOff x="630121" y="1180005"/>
            <a:chExt cx="5684917" cy="7427533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80005"/>
              <a:ext cx="5684917" cy="7427533"/>
              <a:chOff x="630121" y="1180005"/>
              <a:chExt cx="5684917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2537" y="1180005"/>
                <a:ext cx="5682501" cy="5633981"/>
                <a:chOff x="612612" y="1164507"/>
                <a:chExt cx="5682501" cy="5633981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999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28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0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0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86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971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2612" y="656774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57330" y="656164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0748" y="65571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1562" y="65571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5998170" y="65608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" y="4754879"/>
            <a:ext cx="1339200" cy="1754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7544" y="505021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라이즈</a:t>
            </a: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강남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589152003"/>
              </p:ext>
            </p:extLst>
          </p:nvPr>
        </p:nvGraphicFramePr>
        <p:xfrm>
          <a:off x="194988" y="1156203"/>
          <a:ext cx="7166525" cy="5347554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⑤⑥⑰⑱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하트파이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슈크림도넛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164Kcal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5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78019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6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7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8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1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2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3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19764" y="661529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4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733" y="522958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20200" y="4955837"/>
            <a:ext cx="517683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37356" y="5603163"/>
            <a:ext cx="47329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35" name="그룹 25"/>
          <p:cNvGrpSpPr/>
          <p:nvPr/>
        </p:nvGrpSpPr>
        <p:grpSpPr>
          <a:xfrm>
            <a:off x="644038" y="1118048"/>
            <a:ext cx="5671000" cy="2068884"/>
            <a:chOff x="644038" y="1180005"/>
            <a:chExt cx="5671000" cy="2068884"/>
          </a:xfrm>
        </p:grpSpPr>
        <p:grpSp>
          <p:nvGrpSpPr>
            <p:cNvPr id="38" name="Google Shape;36;p2">
              <a:extLst>
                <a:ext uri="{FF2B5EF4-FFF2-40B4-BE49-F238E27FC236}">
                  <a16:creationId xmlns="" xmlns:a16="http://schemas.microsoft.com/office/drawing/2014/main" id="{351B882D-32A2-1AEA-E625-69A54A120CAE}"/>
                </a:ext>
              </a:extLst>
            </p:cNvPr>
            <p:cNvGrpSpPr/>
            <p:nvPr/>
          </p:nvGrpSpPr>
          <p:grpSpPr>
            <a:xfrm>
              <a:off x="644038" y="1180005"/>
              <a:ext cx="5671000" cy="2063413"/>
              <a:chOff x="624113" y="1164507"/>
              <a:chExt cx="5671000" cy="2063413"/>
            </a:xfrm>
          </p:grpSpPr>
          <p:sp>
            <p:nvSpPr>
              <p:cNvPr id="37" name="Google Shape;37;p2">
                <a:extLst>
                  <a:ext uri="{FF2B5EF4-FFF2-40B4-BE49-F238E27FC236}">
                    <a16:creationId xmlns="" xmlns:a16="http://schemas.microsoft.com/office/drawing/2014/main" id="{2DA118F4-3362-50F0-23BA-73A82E35316D}"/>
                  </a:ext>
                </a:extLst>
              </p:cNvPr>
              <p:cNvSpPr txBox="1"/>
              <p:nvPr/>
            </p:nvSpPr>
            <p:spPr>
              <a:xfrm>
                <a:off x="624113" y="1164507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1" name="Google Shape;41;p2">
                <a:extLst>
                  <a:ext uri="{FF2B5EF4-FFF2-40B4-BE49-F238E27FC236}">
                    <a16:creationId xmlns="" xmlns:a16="http://schemas.microsoft.com/office/drawing/2014/main" id="{847E75D2-F0C6-914E-F677-BD558494F54F}"/>
                  </a:ext>
                </a:extLst>
              </p:cNvPr>
              <p:cNvSpPr txBox="1"/>
              <p:nvPr/>
            </p:nvSpPr>
            <p:spPr>
              <a:xfrm>
                <a:off x="634219" y="119995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03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2" name="Google Shape;42;p2">
                <a:extLst>
                  <a:ext uri="{FF2B5EF4-FFF2-40B4-BE49-F238E27FC236}">
                    <a16:creationId xmlns="" xmlns:a16="http://schemas.microsoft.com/office/drawing/2014/main" id="{D3ABBF6A-4940-94AC-EF1F-9033FBD0DEC7}"/>
                  </a:ext>
                </a:extLst>
              </p:cNvPr>
              <p:cNvSpPr txBox="1"/>
              <p:nvPr/>
            </p:nvSpPr>
            <p:spPr>
              <a:xfrm>
                <a:off x="634219" y="2994817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3" name="Google Shape;43;p2">
                <a:extLst>
                  <a:ext uri="{FF2B5EF4-FFF2-40B4-BE49-F238E27FC236}">
                    <a16:creationId xmlns="" xmlns:a16="http://schemas.microsoft.com/office/drawing/2014/main" id="{E0B52BA2-CFAD-85EB-60B7-D63D836CD77F}"/>
                  </a:ext>
                </a:extLst>
              </p:cNvPr>
              <p:cNvSpPr txBox="1"/>
              <p:nvPr/>
            </p:nvSpPr>
            <p:spPr>
              <a:xfrm>
                <a:off x="1983608" y="1202804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04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4" name="Google Shape;44;p2">
                <a:extLst>
                  <a:ext uri="{FF2B5EF4-FFF2-40B4-BE49-F238E27FC236}">
                    <a16:creationId xmlns="" xmlns:a16="http://schemas.microsoft.com/office/drawing/2014/main" id="{F8634860-E6E7-55AD-F237-0F0581EA6E0F}"/>
                  </a:ext>
                </a:extLst>
              </p:cNvPr>
              <p:cNvSpPr txBox="1"/>
              <p:nvPr/>
            </p:nvSpPr>
            <p:spPr>
              <a:xfrm>
                <a:off x="3323060" y="1201029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05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5" name="Google Shape;45;p2">
                <a:extLst>
                  <a:ext uri="{FF2B5EF4-FFF2-40B4-BE49-F238E27FC236}">
                    <a16:creationId xmlns="" xmlns:a16="http://schemas.microsoft.com/office/drawing/2014/main" id="{0E7BEB21-709C-7C25-CB25-6F398F3EFF9B}"/>
                  </a:ext>
                </a:extLst>
              </p:cNvPr>
              <p:cNvSpPr txBox="1"/>
              <p:nvPr/>
            </p:nvSpPr>
            <p:spPr>
              <a:xfrm>
                <a:off x="4673874" y="120102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06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6" name="Google Shape;46;p2">
                <a:extLst>
                  <a:ext uri="{FF2B5EF4-FFF2-40B4-BE49-F238E27FC236}">
                    <a16:creationId xmlns="" xmlns:a16="http://schemas.microsoft.com/office/drawing/2014/main" id="{4457248D-19F3-64DE-EACB-8874389D5C2E}"/>
                  </a:ext>
                </a:extLst>
              </p:cNvPr>
              <p:cNvSpPr txBox="1"/>
              <p:nvPr/>
            </p:nvSpPr>
            <p:spPr>
              <a:xfrm>
                <a:off x="6026578" y="119863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07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7" name="Google Shape;47;p2">
                <a:extLst>
                  <a:ext uri="{FF2B5EF4-FFF2-40B4-BE49-F238E27FC236}">
                    <a16:creationId xmlns="" xmlns:a16="http://schemas.microsoft.com/office/drawing/2014/main" id="{E8CC9484-49CF-1231-E7EA-18F0BC179853}"/>
                  </a:ext>
                </a:extLst>
              </p:cNvPr>
              <p:cNvSpPr txBox="1"/>
              <p:nvPr/>
            </p:nvSpPr>
            <p:spPr>
              <a:xfrm>
                <a:off x="4667787" y="299717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13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8" name="Google Shape;48;p2">
                <a:extLst>
                  <a:ext uri="{FF2B5EF4-FFF2-40B4-BE49-F238E27FC236}">
                    <a16:creationId xmlns="" xmlns:a16="http://schemas.microsoft.com/office/drawing/2014/main" id="{1252665C-5F25-50F0-B4C6-0A3FB2D4A8AC}"/>
                  </a:ext>
                </a:extLst>
              </p:cNvPr>
              <p:cNvSpPr txBox="1"/>
              <p:nvPr/>
            </p:nvSpPr>
            <p:spPr>
              <a:xfrm>
                <a:off x="6017176" y="2994817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14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1561</TotalTime>
  <Words>1454</Words>
  <Application>Microsoft Office PowerPoint</Application>
  <PresentationFormat>사용자 지정</PresentationFormat>
  <Paragraphs>422</Paragraphs>
  <Slides>2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슬라이드 1</vt:lpstr>
      <vt:lpstr>슬라이드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206</cp:revision>
  <cp:lastPrinted>2026-03-10T05:09:50Z</cp:lastPrinted>
  <dcterms:modified xsi:type="dcterms:W3CDTF">2026-07-21T05:04:56Z</dcterms:modified>
</cp:coreProperties>
</file>