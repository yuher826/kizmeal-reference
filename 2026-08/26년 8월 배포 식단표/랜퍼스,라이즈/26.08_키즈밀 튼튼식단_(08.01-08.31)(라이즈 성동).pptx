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3300"/>
    <a:srgbClr val="216A5B"/>
    <a:srgbClr val="F0F8F3"/>
    <a:srgbClr val="146152"/>
    <a:srgbClr val="0066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66" d="100"/>
          <a:sy n="66" d="100"/>
        </p:scale>
        <p:origin x="-1051" y="22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성동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라이스칩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ABC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109Kcal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성동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260378"/>
          <a:ext cx="7166525" cy="534755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김가루참치주먹밥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⑤⑥⑮⑯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소고기유부초밥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야채고로케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-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6746604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958858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10" y="5267276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5403" y="5001624"/>
            <a:ext cx="508784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35677" y="5682773"/>
            <a:ext cx="4912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44038" y="1222223"/>
            <a:ext cx="5671000" cy="2068884"/>
            <a:chOff x="644038" y="1180005"/>
            <a:chExt cx="5671000" cy="2068884"/>
          </a:xfrm>
        </p:grpSpPr>
        <p:grpSp>
          <p:nvGrpSpPr>
            <p:cNvPr id="38" name="Google Shape;36;p2">
              <a:extLst>
                <a:ext uri="{FF2B5EF4-FFF2-40B4-BE49-F238E27FC236}">
                  <a16:creationId xmlns="" xmlns:a16="http://schemas.microsoft.com/office/drawing/2014/main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63413"/>
              <a:chOff x="624113" y="1164507"/>
              <a:chExt cx="5671000" cy="2063413"/>
            </a:xfrm>
          </p:grpSpPr>
          <p:sp>
            <p:nvSpPr>
              <p:cNvPr id="37" name="Google Shape;37;p2">
                <a:extLst>
                  <a:ext uri="{FF2B5EF4-FFF2-40B4-BE49-F238E27FC236}">
                    <a16:creationId xmlns="" xmlns:a16="http://schemas.microsoft.com/office/drawing/2014/main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1" name="Google Shape;41;p2">
                <a:extLst>
                  <a:ext uri="{FF2B5EF4-FFF2-40B4-BE49-F238E27FC236}">
                    <a16:creationId xmlns="" xmlns:a16="http://schemas.microsoft.com/office/drawing/2014/main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19995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2" name="Google Shape;42;p2">
                <a:extLst>
                  <a:ext uri="{FF2B5EF4-FFF2-40B4-BE49-F238E27FC236}">
                    <a16:creationId xmlns="" xmlns:a16="http://schemas.microsoft.com/office/drawing/2014/main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3" name="Google Shape;43;p2">
                <a:extLst>
                  <a:ext uri="{FF2B5EF4-FFF2-40B4-BE49-F238E27FC236}">
                    <a16:creationId xmlns="" xmlns:a16="http://schemas.microsoft.com/office/drawing/2014/main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0280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4" name="Google Shape;44;p2">
                <a:extLst>
                  <a:ext uri="{FF2B5EF4-FFF2-40B4-BE49-F238E27FC236}">
                    <a16:creationId xmlns="" xmlns:a16="http://schemas.microsoft.com/office/drawing/2014/main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010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5" name="Google Shape;45;p2">
                <a:extLst>
                  <a:ext uri="{FF2B5EF4-FFF2-40B4-BE49-F238E27FC236}">
                    <a16:creationId xmlns="" xmlns:a16="http://schemas.microsoft.com/office/drawing/2014/main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0102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6" name="Google Shape;46;p2">
                <a:extLst>
                  <a:ext uri="{FF2B5EF4-FFF2-40B4-BE49-F238E27FC236}">
                    <a16:creationId xmlns="" xmlns:a16="http://schemas.microsoft.com/office/drawing/2014/main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19863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7" name="Google Shape;47;p2">
                <a:extLst>
                  <a:ext uri="{FF2B5EF4-FFF2-40B4-BE49-F238E27FC236}">
                    <a16:creationId xmlns="" xmlns:a16="http://schemas.microsoft.com/office/drawing/2014/main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9717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8" name="Google Shape;48;p2">
                <a:extLst>
                  <a:ext uri="{FF2B5EF4-FFF2-40B4-BE49-F238E27FC236}">
                    <a16:creationId xmlns="" xmlns:a16="http://schemas.microsoft.com/office/drawing/2014/main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성동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260378"/>
          <a:ext cx="7166525" cy="534419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김가루참치주먹밥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⑤⑥⑮⑯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소고기유부초밥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야채고로케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0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1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6746604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2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958858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10" y="5267276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45403" y="5001624"/>
            <a:ext cx="508784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35677" y="5682773"/>
            <a:ext cx="4912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3" name="그룹 25"/>
          <p:cNvGrpSpPr/>
          <p:nvPr/>
        </p:nvGrpSpPr>
        <p:grpSpPr>
          <a:xfrm>
            <a:off x="644038" y="1222223"/>
            <a:ext cx="5671000" cy="2068884"/>
            <a:chOff x="644038" y="1180005"/>
            <a:chExt cx="5671000" cy="2068884"/>
          </a:xfrm>
        </p:grpSpPr>
        <p:grpSp>
          <p:nvGrpSpPr>
            <p:cNvPr id="34" name="Google Shape;36;p2">
              <a:extLst>
                <a:ext uri="{FF2B5EF4-FFF2-40B4-BE49-F238E27FC236}">
                  <a16:creationId xmlns="" xmlns:a16="http://schemas.microsoft.com/office/drawing/2014/main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63413"/>
              <a:chOff x="624113" y="1164507"/>
              <a:chExt cx="5671000" cy="2063413"/>
            </a:xfrm>
          </p:grpSpPr>
          <p:sp>
            <p:nvSpPr>
              <p:cNvPr id="37" name="Google Shape;37;p2">
                <a:extLst>
                  <a:ext uri="{FF2B5EF4-FFF2-40B4-BE49-F238E27FC236}">
                    <a16:creationId xmlns="" xmlns:a16="http://schemas.microsoft.com/office/drawing/2014/main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1" name="Google Shape;41;p2">
                <a:extLst>
                  <a:ext uri="{FF2B5EF4-FFF2-40B4-BE49-F238E27FC236}">
                    <a16:creationId xmlns="" xmlns:a16="http://schemas.microsoft.com/office/drawing/2014/main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19995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2" name="Google Shape;42;p2">
                <a:extLst>
                  <a:ext uri="{FF2B5EF4-FFF2-40B4-BE49-F238E27FC236}">
                    <a16:creationId xmlns="" xmlns:a16="http://schemas.microsoft.com/office/drawing/2014/main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3" name="Google Shape;43;p2">
                <a:extLst>
                  <a:ext uri="{FF2B5EF4-FFF2-40B4-BE49-F238E27FC236}">
                    <a16:creationId xmlns="" xmlns:a16="http://schemas.microsoft.com/office/drawing/2014/main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0280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4" name="Google Shape;44;p2">
                <a:extLst>
                  <a:ext uri="{FF2B5EF4-FFF2-40B4-BE49-F238E27FC236}">
                    <a16:creationId xmlns="" xmlns:a16="http://schemas.microsoft.com/office/drawing/2014/main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010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5" name="Google Shape;45;p2">
                <a:extLst>
                  <a:ext uri="{FF2B5EF4-FFF2-40B4-BE49-F238E27FC236}">
                    <a16:creationId xmlns="" xmlns:a16="http://schemas.microsoft.com/office/drawing/2014/main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0102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6" name="Google Shape;46;p2">
                <a:extLst>
                  <a:ext uri="{FF2B5EF4-FFF2-40B4-BE49-F238E27FC236}">
                    <a16:creationId xmlns="" xmlns:a16="http://schemas.microsoft.com/office/drawing/2014/main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19863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7" name="Google Shape;47;p2">
                <a:extLst>
                  <a:ext uri="{FF2B5EF4-FFF2-40B4-BE49-F238E27FC236}">
                    <a16:creationId xmlns="" xmlns:a16="http://schemas.microsoft.com/office/drawing/2014/main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9717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48" name="Google Shape;48;p2">
                <a:extLst>
                  <a:ext uri="{FF2B5EF4-FFF2-40B4-BE49-F238E27FC236}">
                    <a16:creationId xmlns="" xmlns:a16="http://schemas.microsoft.com/office/drawing/2014/main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9481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1896</Words>
  <Application>Microsoft Office PowerPoint</Application>
  <PresentationFormat>사용자 지정</PresentationFormat>
  <Paragraphs>526</Paragraphs>
  <Slides>3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207</cp:revision>
  <cp:lastPrinted>2026-03-10T05:09:50Z</cp:lastPrinted>
  <dcterms:modified xsi:type="dcterms:W3CDTF">2026-07-21T05:18:18Z</dcterms:modified>
</cp:coreProperties>
</file>