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00" d="100"/>
          <a:sy n="100" d="100"/>
        </p:scale>
        <p:origin x="-1469" y="-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하남</a:t>
            </a:r>
            <a:r>
              <a:rPr lang="ko-KR" altLang="en-US" sz="1200" u="none" strike="noStrike" cap="none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크레오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535753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184Kcal</a:t>
                      </a:r>
                      <a:endParaRPr lang="ko-KR" altLang="en-US"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802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71" y="513539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645338" y="4892127"/>
            <a:ext cx="52736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642173" y="5557233"/>
            <a:ext cx="5631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endParaRPr lang="en-US" altLang="ko-KR" sz="800" dirty="0" smtClean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44038" y="1116859"/>
            <a:ext cx="5671000" cy="2046279"/>
            <a:chOff x="644038" y="1180005"/>
            <a:chExt cx="5671000" cy="2046279"/>
          </a:xfrm>
        </p:grpSpPr>
        <p:grpSp>
          <p:nvGrpSpPr>
            <p:cNvPr id="181" name="Google Shape;36;p2">
              <a:extLst>
                <a:ext uri="{FF2B5EF4-FFF2-40B4-BE49-F238E27FC236}">
                  <a16:creationId xmlns:a16="http://schemas.microsoft.com/office/drawing/2014/main" xmlns="" id="{351B882D-32A2-1AEA-E625-69A54A120CAE}"/>
                </a:ext>
              </a:extLst>
            </p:cNvPr>
            <p:cNvGrpSpPr/>
            <p:nvPr/>
          </p:nvGrpSpPr>
          <p:grpSpPr>
            <a:xfrm>
              <a:off x="644038" y="1180005"/>
              <a:ext cx="5671000" cy="2040808"/>
              <a:chOff x="624113" y="1164507"/>
              <a:chExt cx="5671000" cy="2040808"/>
            </a:xfrm>
          </p:grpSpPr>
          <p:sp>
            <p:nvSpPr>
              <p:cNvPr id="182" name="Google Shape;37;p2">
                <a:extLst>
                  <a:ext uri="{FF2B5EF4-FFF2-40B4-BE49-F238E27FC236}">
                    <a16:creationId xmlns:a16="http://schemas.microsoft.com/office/drawing/2014/main" xmlns="" id="{2DA118F4-3362-50F0-23BA-73A82E35316D}"/>
                  </a:ext>
                </a:extLst>
              </p:cNvPr>
              <p:cNvSpPr txBox="1"/>
              <p:nvPr/>
            </p:nvSpPr>
            <p:spPr>
              <a:xfrm>
                <a:off x="624113" y="1164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3" name="Google Shape;41;p2">
                <a:extLst>
                  <a:ext uri="{FF2B5EF4-FFF2-40B4-BE49-F238E27FC236}">
                    <a16:creationId xmlns:a16="http://schemas.microsoft.com/office/drawing/2014/main" xmlns="" id="{847E75D2-F0C6-914E-F677-BD558494F54F}"/>
                  </a:ext>
                </a:extLst>
              </p:cNvPr>
              <p:cNvSpPr txBox="1"/>
              <p:nvPr/>
            </p:nvSpPr>
            <p:spPr>
              <a:xfrm>
                <a:off x="634219" y="1210829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4" name="Google Shape;42;p2">
                <a:extLst>
                  <a:ext uri="{FF2B5EF4-FFF2-40B4-BE49-F238E27FC236}">
                    <a16:creationId xmlns:a16="http://schemas.microsoft.com/office/drawing/2014/main" xmlns="" id="{D3ABBF6A-4940-94AC-EF1F-9033FBD0DEC7}"/>
                  </a:ext>
                </a:extLst>
              </p:cNvPr>
              <p:cNvSpPr txBox="1"/>
              <p:nvPr/>
            </p:nvSpPr>
            <p:spPr>
              <a:xfrm>
                <a:off x="634219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5" name="Google Shape;43;p2">
                <a:extLst>
                  <a:ext uri="{FF2B5EF4-FFF2-40B4-BE49-F238E27FC236}">
                    <a16:creationId xmlns:a16="http://schemas.microsoft.com/office/drawing/2014/main" xmlns="" id="{E0B52BA2-CFAD-85EB-60B7-D63D836CD77F}"/>
                  </a:ext>
                </a:extLst>
              </p:cNvPr>
              <p:cNvSpPr txBox="1"/>
              <p:nvPr/>
            </p:nvSpPr>
            <p:spPr>
              <a:xfrm>
                <a:off x="1983608" y="1213681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6" name="Google Shape;44;p2">
                <a:extLst>
                  <a:ext uri="{FF2B5EF4-FFF2-40B4-BE49-F238E27FC236}">
                    <a16:creationId xmlns:a16="http://schemas.microsoft.com/office/drawing/2014/main" xmlns="" id="{F8634860-E6E7-55AD-F237-0F0581EA6E0F}"/>
                  </a:ext>
                </a:extLst>
              </p:cNvPr>
              <p:cNvSpPr txBox="1"/>
              <p:nvPr/>
            </p:nvSpPr>
            <p:spPr>
              <a:xfrm>
                <a:off x="3323060" y="121190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05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7" name="Google Shape;45;p2">
                <a:extLst>
                  <a:ext uri="{FF2B5EF4-FFF2-40B4-BE49-F238E27FC236}">
                    <a16:creationId xmlns:a16="http://schemas.microsoft.com/office/drawing/2014/main" xmlns="" id="{0E7BEB21-709C-7C25-CB25-6F398F3EFF9B}"/>
                  </a:ext>
                </a:extLst>
              </p:cNvPr>
              <p:cNvSpPr txBox="1"/>
              <p:nvPr/>
            </p:nvSpPr>
            <p:spPr>
              <a:xfrm>
                <a:off x="4673874" y="1211905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06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8" name="Google Shape;46;p2">
                <a:extLst>
                  <a:ext uri="{FF2B5EF4-FFF2-40B4-BE49-F238E27FC236}">
                    <a16:creationId xmlns:a16="http://schemas.microsoft.com/office/drawing/2014/main" xmlns="" id="{4457248D-19F3-64DE-EACB-8874389D5C2E}"/>
                  </a:ext>
                </a:extLst>
              </p:cNvPr>
              <p:cNvSpPr txBox="1"/>
              <p:nvPr/>
            </p:nvSpPr>
            <p:spPr>
              <a:xfrm>
                <a:off x="6026578" y="120951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07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89" name="Google Shape;47;p2">
                <a:extLst>
                  <a:ext uri="{FF2B5EF4-FFF2-40B4-BE49-F238E27FC236}">
                    <a16:creationId xmlns:a16="http://schemas.microsoft.com/office/drawing/2014/main" xmlns="" id="{E8CC9484-49CF-1231-E7EA-18F0BC179853}"/>
                  </a:ext>
                </a:extLst>
              </p:cNvPr>
              <p:cNvSpPr txBox="1"/>
              <p:nvPr/>
            </p:nvSpPr>
            <p:spPr>
              <a:xfrm>
                <a:off x="4667787" y="2974573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u="none" strike="noStrike" cap="none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rPr>
                  <a:t>13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90" name="Google Shape;48;p2">
                <a:extLst>
                  <a:ext uri="{FF2B5EF4-FFF2-40B4-BE49-F238E27FC236}">
                    <a16:creationId xmlns:a16="http://schemas.microsoft.com/office/drawing/2014/main" xmlns="" id="{1252665C-5F25-50F0-B4C6-0A3FB2D4A8AC}"/>
                  </a:ext>
                </a:extLst>
              </p:cNvPr>
              <p:cNvSpPr txBox="1"/>
              <p:nvPr/>
            </p:nvSpPr>
            <p:spPr>
              <a:xfrm>
                <a:off x="6017176" y="297221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14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657465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498</Words>
  <Application>Microsoft Office PowerPoint</Application>
  <PresentationFormat>사용자 지정</PresentationFormat>
  <Paragraphs>125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212</cp:revision>
  <cp:lastPrinted>2026-03-10T05:09:50Z</cp:lastPrinted>
  <dcterms:modified xsi:type="dcterms:W3CDTF">2026-07-23T03:10:51Z</dcterms:modified>
</cp:coreProperties>
</file>