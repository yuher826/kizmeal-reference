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25" d="100"/>
          <a:sy n="125" d="100"/>
        </p:scale>
        <p:origin x="682" y="1234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라이즈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동작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589152003"/>
              </p:ext>
            </p:extLst>
          </p:nvPr>
        </p:nvGraphicFramePr>
        <p:xfrm>
          <a:off x="194988" y="1156203"/>
          <a:ext cx="7166525" cy="89184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85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82501" cy="5633981"/>
                <a:chOff x="612612" y="1164507"/>
                <a:chExt cx="5682501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2460" y="475487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754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1548</TotalTime>
  <Words>891</Words>
  <Application>Microsoft Office PowerPoint</Application>
  <PresentationFormat>사용자 지정</PresentationFormat>
  <Paragraphs>278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202</cp:revision>
  <cp:lastPrinted>2026-03-10T05:09:50Z</cp:lastPrinted>
  <dcterms:modified xsi:type="dcterms:W3CDTF">2026-07-21T04:43:23Z</dcterms:modified>
</cp:coreProperties>
</file>