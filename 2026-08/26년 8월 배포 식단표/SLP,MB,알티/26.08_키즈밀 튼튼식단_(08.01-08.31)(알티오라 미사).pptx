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3" r:id="rId2"/>
    <p:sldId id="274" r:id="rId3"/>
    <p:sldId id="275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77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도시락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소고기유부초밥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야채고로케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533125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49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79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802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2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671" y="485091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645338" y="4881967"/>
            <a:ext cx="53041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41134" y="5648673"/>
            <a:ext cx="5664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173"/>
          <p:cNvGrpSpPr/>
          <p:nvPr/>
        </p:nvGrpSpPr>
        <p:grpSpPr>
          <a:xfrm>
            <a:off x="644038" y="1116859"/>
            <a:ext cx="5671000" cy="2046279"/>
            <a:chOff x="644038" y="1180005"/>
            <a:chExt cx="5671000" cy="2046279"/>
          </a:xfrm>
        </p:grpSpPr>
        <p:grpSp>
          <p:nvGrpSpPr>
            <p:cNvPr id="26" name="Google Shape;36;p2">
              <a:extLst>
                <a:ext uri="{FF2B5EF4-FFF2-40B4-BE49-F238E27FC236}">
                  <a16:creationId xmlns:a16="http://schemas.microsoft.com/office/drawing/2014/main" xmlns="" id="{351B882D-32A2-1AEA-E625-69A54A120CAE}"/>
                </a:ext>
              </a:extLst>
            </p:cNvPr>
            <p:cNvGrpSpPr/>
            <p:nvPr/>
          </p:nvGrpSpPr>
          <p:grpSpPr>
            <a:xfrm>
              <a:off x="644038" y="1180005"/>
              <a:ext cx="5671000" cy="2040808"/>
              <a:chOff x="624113" y="1164507"/>
              <a:chExt cx="5671000" cy="2040808"/>
            </a:xfrm>
          </p:grpSpPr>
          <p:sp>
            <p:nvSpPr>
              <p:cNvPr id="182" name="Google Shape;37;p2">
                <a:extLst>
                  <a:ext uri="{FF2B5EF4-FFF2-40B4-BE49-F238E27FC236}">
                    <a16:creationId xmlns:a16="http://schemas.microsoft.com/office/drawing/2014/main" xmlns="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3" name="Google Shape;41;p2">
                <a:extLst>
                  <a:ext uri="{FF2B5EF4-FFF2-40B4-BE49-F238E27FC236}">
                    <a16:creationId xmlns:a16="http://schemas.microsoft.com/office/drawing/2014/main" xmlns="" id="{847E75D2-F0C6-914E-F677-BD558494F54F}"/>
                  </a:ext>
                </a:extLst>
              </p:cNvPr>
              <p:cNvSpPr txBox="1"/>
              <p:nvPr/>
            </p:nvSpPr>
            <p:spPr>
              <a:xfrm>
                <a:off x="634219" y="12108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4" name="Google Shape;42;p2">
                <a:extLst>
                  <a:ext uri="{FF2B5EF4-FFF2-40B4-BE49-F238E27FC236}">
                    <a16:creationId xmlns:a16="http://schemas.microsoft.com/office/drawing/2014/main" xmlns="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34219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5" name="Google Shape;43;p2">
                <a:extLst>
                  <a:ext uri="{FF2B5EF4-FFF2-40B4-BE49-F238E27FC236}">
                    <a16:creationId xmlns:a16="http://schemas.microsoft.com/office/drawing/2014/main" xmlns="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13681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6" name="Google Shape;44;p2">
                <a:extLst>
                  <a:ext uri="{FF2B5EF4-FFF2-40B4-BE49-F238E27FC236}">
                    <a16:creationId xmlns:a16="http://schemas.microsoft.com/office/drawing/2014/main" xmlns="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1190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7" name="Google Shape;45;p2">
                <a:extLst>
                  <a:ext uri="{FF2B5EF4-FFF2-40B4-BE49-F238E27FC236}">
                    <a16:creationId xmlns:a16="http://schemas.microsoft.com/office/drawing/2014/main" xmlns="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11905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8" name="Google Shape;46;p2">
                <a:extLst>
                  <a:ext uri="{FF2B5EF4-FFF2-40B4-BE49-F238E27FC236}">
                    <a16:creationId xmlns:a16="http://schemas.microsoft.com/office/drawing/2014/main" xmlns="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20951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9" name="Google Shape;47;p2">
                <a:extLst>
                  <a:ext uri="{FF2B5EF4-FFF2-40B4-BE49-F238E27FC236}">
                    <a16:creationId xmlns:a16="http://schemas.microsoft.com/office/drawing/2014/main" xmlns="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67787" y="297457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90" name="Google Shape;48;p2">
                <a:extLst>
                  <a:ext uri="{FF2B5EF4-FFF2-40B4-BE49-F238E27FC236}">
                    <a16:creationId xmlns:a16="http://schemas.microsoft.com/office/drawing/2014/main" xmlns="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17176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grpSp>
        <p:nvGrpSpPr>
          <p:cNvPr id="2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09604" y="6605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533125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802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2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671" y="485091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645338" y="4881967"/>
            <a:ext cx="530410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41134" y="5648673"/>
            <a:ext cx="5664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173"/>
          <p:cNvGrpSpPr/>
          <p:nvPr/>
        </p:nvGrpSpPr>
        <p:grpSpPr>
          <a:xfrm>
            <a:off x="644038" y="1116859"/>
            <a:ext cx="5671000" cy="2046279"/>
            <a:chOff x="644038" y="1180005"/>
            <a:chExt cx="5671000" cy="2046279"/>
          </a:xfrm>
        </p:grpSpPr>
        <p:grpSp>
          <p:nvGrpSpPr>
            <p:cNvPr id="25" name="Google Shape;36;p2">
              <a:extLst>
                <a:ext uri="{FF2B5EF4-FFF2-40B4-BE49-F238E27FC236}">
                  <a16:creationId xmlns:a16="http://schemas.microsoft.com/office/drawing/2014/main" xmlns="" id="{351B882D-32A2-1AEA-E625-69A54A120CAE}"/>
                </a:ext>
              </a:extLst>
            </p:cNvPr>
            <p:cNvGrpSpPr/>
            <p:nvPr/>
          </p:nvGrpSpPr>
          <p:grpSpPr>
            <a:xfrm>
              <a:off x="644038" y="1180005"/>
              <a:ext cx="5671000" cy="2040808"/>
              <a:chOff x="624113" y="1164507"/>
              <a:chExt cx="5671000" cy="2040808"/>
            </a:xfrm>
          </p:grpSpPr>
          <p:sp>
            <p:nvSpPr>
              <p:cNvPr id="182" name="Google Shape;37;p2">
                <a:extLst>
                  <a:ext uri="{FF2B5EF4-FFF2-40B4-BE49-F238E27FC236}">
                    <a16:creationId xmlns:a16="http://schemas.microsoft.com/office/drawing/2014/main" xmlns="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3" name="Google Shape;41;p2">
                <a:extLst>
                  <a:ext uri="{FF2B5EF4-FFF2-40B4-BE49-F238E27FC236}">
                    <a16:creationId xmlns:a16="http://schemas.microsoft.com/office/drawing/2014/main" xmlns="" id="{847E75D2-F0C6-914E-F677-BD558494F54F}"/>
                  </a:ext>
                </a:extLst>
              </p:cNvPr>
              <p:cNvSpPr txBox="1"/>
              <p:nvPr/>
            </p:nvSpPr>
            <p:spPr>
              <a:xfrm>
                <a:off x="634219" y="12108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4" name="Google Shape;42;p2">
                <a:extLst>
                  <a:ext uri="{FF2B5EF4-FFF2-40B4-BE49-F238E27FC236}">
                    <a16:creationId xmlns:a16="http://schemas.microsoft.com/office/drawing/2014/main" xmlns="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34219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5" name="Google Shape;43;p2">
                <a:extLst>
                  <a:ext uri="{FF2B5EF4-FFF2-40B4-BE49-F238E27FC236}">
                    <a16:creationId xmlns:a16="http://schemas.microsoft.com/office/drawing/2014/main" xmlns="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13681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6" name="Google Shape;44;p2">
                <a:extLst>
                  <a:ext uri="{FF2B5EF4-FFF2-40B4-BE49-F238E27FC236}">
                    <a16:creationId xmlns:a16="http://schemas.microsoft.com/office/drawing/2014/main" xmlns="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1190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7" name="Google Shape;45;p2">
                <a:extLst>
                  <a:ext uri="{FF2B5EF4-FFF2-40B4-BE49-F238E27FC236}">
                    <a16:creationId xmlns:a16="http://schemas.microsoft.com/office/drawing/2014/main" xmlns="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11905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8" name="Google Shape;46;p2">
                <a:extLst>
                  <a:ext uri="{FF2B5EF4-FFF2-40B4-BE49-F238E27FC236}">
                    <a16:creationId xmlns:a16="http://schemas.microsoft.com/office/drawing/2014/main" xmlns="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20951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9" name="Google Shape;47;p2">
                <a:extLst>
                  <a:ext uri="{FF2B5EF4-FFF2-40B4-BE49-F238E27FC236}">
                    <a16:creationId xmlns:a16="http://schemas.microsoft.com/office/drawing/2014/main" xmlns="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67787" y="297457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90" name="Google Shape;48;p2">
                <a:extLst>
                  <a:ext uri="{FF2B5EF4-FFF2-40B4-BE49-F238E27FC236}">
                    <a16:creationId xmlns:a16="http://schemas.microsoft.com/office/drawing/2014/main" xmlns="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17176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grpSp>
        <p:nvGrpSpPr>
          <p:cNvPr id="26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09604" y="6605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1701</Words>
  <Application>Microsoft Office PowerPoint</Application>
  <PresentationFormat>사용자 지정</PresentationFormat>
  <Paragraphs>455</Paragraphs>
  <Slides>3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210</cp:revision>
  <cp:lastPrinted>2026-03-10T05:09:50Z</cp:lastPrinted>
  <dcterms:modified xsi:type="dcterms:W3CDTF">2026-07-22T03:29:49Z</dcterms:modified>
</cp:coreProperties>
</file>