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58" y="513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광교</a:t>
            </a:r>
            <a:r>
              <a:rPr lang="en-US" altLang="ko-KR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6695828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방과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방과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방과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방과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방과</a:t>
                      </a:r>
                      <a:r>
                        <a:rPr 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6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087" y="8441958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43755" y="8442531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9550" y="9239717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8" name="그룹 25"/>
          <p:cNvGrpSpPr/>
          <p:nvPr/>
        </p:nvGrpSpPr>
        <p:grpSpPr>
          <a:xfrm>
            <a:off x="630121" y="1123991"/>
            <a:ext cx="5684917" cy="7413019"/>
            <a:chOff x="630121" y="1180005"/>
            <a:chExt cx="5684917" cy="7413019"/>
          </a:xfrm>
        </p:grpSpPr>
        <p:grpSp>
          <p:nvGrpSpPr>
            <p:cNvPr id="39" name="그룹 1"/>
            <p:cNvGrpSpPr/>
            <p:nvPr/>
          </p:nvGrpSpPr>
          <p:grpSpPr>
            <a:xfrm>
              <a:off x="630121" y="1180005"/>
              <a:ext cx="5684917" cy="7413019"/>
              <a:chOff x="630121" y="1180005"/>
              <a:chExt cx="5684917" cy="7413019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228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40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5563"/>
                <a:chOff x="618003" y="1164507"/>
                <a:chExt cx="5677110" cy="5625563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0086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37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94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95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266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93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932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482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48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24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9580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036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7" name="그림 2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05" y="1155561"/>
            <a:ext cx="6724800" cy="1785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76952" y="168498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4595" y="4754473"/>
            <a:ext cx="1334197" cy="1749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7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745</Words>
  <Application>Microsoft Office PowerPoint</Application>
  <PresentationFormat>사용자 지정</PresentationFormat>
  <Paragraphs>227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2026-07-22T05:55:22Z</dcterms:modified>
</cp:coreProperties>
</file>