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72" r:id="rId2"/>
    <p:sldId id="278" r:id="rId3"/>
    <p:sldId id="273" r:id="rId4"/>
    <p:sldId id="277" r:id="rId5"/>
    <p:sldId id="275" r:id="rId6"/>
    <p:sldId id="276" r:id="rId7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26" y="8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욘더알티오라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313013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ko-KR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Yonder International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88634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75515" cy="7427533"/>
            <a:chOff x="630121" y="1180005"/>
            <a:chExt cx="5675515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75515" cy="7427533"/>
              <a:chOff x="630121" y="1180005"/>
              <a:chExt cx="5675515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73099" cy="5633981"/>
                <a:chOff x="612612" y="1164507"/>
                <a:chExt cx="5673099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55" name="그림 154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05" y="1135241"/>
            <a:ext cx="6724800" cy="178560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976952" y="166466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361781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욘더알티오라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유치캠프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349976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19764" y="476617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33" y="33195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42120" y="3096557"/>
            <a:ext cx="4983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8956" y="3743883"/>
            <a:ext cx="5322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8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44038" y="1118048"/>
            <a:ext cx="5671000" cy="269039"/>
            <a:chOff x="624113" y="1164507"/>
            <a:chExt cx="5671000" cy="269039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34219" y="11999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12028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12010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12010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11986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361781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욘더알티오라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초등캠프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349976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1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19764" y="476617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33" y="33195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42120" y="3096557"/>
            <a:ext cx="4983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8956" y="3743883"/>
            <a:ext cx="5322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3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44038" y="1118048"/>
            <a:ext cx="5671000" cy="269039"/>
            <a:chOff x="624113" y="1164507"/>
            <a:chExt cx="5671000" cy="269039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34219" y="11999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12028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12010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12010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11986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361781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욘더알티오라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초등캠프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5279958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43984" y="1118048"/>
            <a:ext cx="5671054" cy="1997764"/>
            <a:chOff x="643984" y="1180005"/>
            <a:chExt cx="5671054" cy="1997764"/>
          </a:xfrm>
        </p:grpSpPr>
        <p:grpSp>
          <p:nvGrpSpPr>
            <p:cNvPr id="38" name="Google Shape;36;p2">
              <a:extLst>
                <a:ext uri="{FF2B5EF4-FFF2-40B4-BE49-F238E27FC236}">
                  <a16:creationId xmlns:a16="http://schemas.microsoft.com/office/drawing/2014/main" xmlns="" id="{351B882D-32A2-1AEA-E625-69A54A120CAE}"/>
                </a:ext>
              </a:extLst>
            </p:cNvPr>
            <p:cNvGrpSpPr/>
            <p:nvPr/>
          </p:nvGrpSpPr>
          <p:grpSpPr>
            <a:xfrm>
              <a:off x="643984" y="1180005"/>
              <a:ext cx="5671054" cy="1992293"/>
              <a:chOff x="624059" y="1164507"/>
              <a:chExt cx="5671054" cy="1992293"/>
            </a:xfrm>
          </p:grpSpPr>
          <p:sp>
            <p:nvSpPr>
              <p:cNvPr id="37" name="Google Shape;37;p2">
                <a:extLst>
                  <a:ext uri="{FF2B5EF4-FFF2-40B4-BE49-F238E27FC236}">
                    <a16:creationId xmlns:a16="http://schemas.microsoft.com/office/drawing/2014/main" xmlns="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1" name="Google Shape;41;p2">
                <a:extLst>
                  <a:ext uri="{FF2B5EF4-FFF2-40B4-BE49-F238E27FC236}">
                    <a16:creationId xmlns:a16="http://schemas.microsoft.com/office/drawing/2014/main" xmlns="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19995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2" name="Google Shape;42;p2">
                <a:extLst>
                  <a:ext uri="{FF2B5EF4-FFF2-40B4-BE49-F238E27FC236}">
                    <a16:creationId xmlns:a16="http://schemas.microsoft.com/office/drawing/2014/main" xmlns="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24059" y="292369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3" name="Google Shape;43;p2">
                <a:extLst>
                  <a:ext uri="{FF2B5EF4-FFF2-40B4-BE49-F238E27FC236}">
                    <a16:creationId xmlns:a16="http://schemas.microsoft.com/office/drawing/2014/main" xmlns="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0280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4" name="Google Shape;44;p2">
                <a:extLst>
                  <a:ext uri="{FF2B5EF4-FFF2-40B4-BE49-F238E27FC236}">
                    <a16:creationId xmlns:a16="http://schemas.microsoft.com/office/drawing/2014/main" xmlns="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010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5" name="Google Shape;45;p2">
                <a:extLst>
                  <a:ext uri="{FF2B5EF4-FFF2-40B4-BE49-F238E27FC236}">
                    <a16:creationId xmlns:a16="http://schemas.microsoft.com/office/drawing/2014/main" xmlns="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0102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6" name="Google Shape;46;p2">
                <a:extLst>
                  <a:ext uri="{FF2B5EF4-FFF2-40B4-BE49-F238E27FC236}">
                    <a16:creationId xmlns:a16="http://schemas.microsoft.com/office/drawing/2014/main" xmlns="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19863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7" name="Google Shape;47;p2">
                <a:extLst>
                  <a:ext uri="{FF2B5EF4-FFF2-40B4-BE49-F238E27FC236}">
                    <a16:creationId xmlns:a16="http://schemas.microsoft.com/office/drawing/2014/main" xmlns="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57627" y="292605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8" name="Google Shape;48;p2">
                <a:extLst>
                  <a:ext uri="{FF2B5EF4-FFF2-40B4-BE49-F238E27FC236}">
                    <a16:creationId xmlns:a16="http://schemas.microsoft.com/office/drawing/2014/main" xmlns="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07016" y="292369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0884" y="293919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2824" y="29470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155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40084" y="6554333"/>
            <a:ext cx="7146829" cy="323165"/>
            <a:chOff x="194988" y="9900789"/>
            <a:chExt cx="7146829" cy="323165"/>
          </a:xfrm>
        </p:grpSpPr>
        <p:sp>
          <p:nvSpPr>
            <p:cNvPr id="167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0" name="그림 1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3" y="5107664"/>
            <a:ext cx="643770" cy="807807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762440" y="4884717"/>
            <a:ext cx="4983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759276" y="5532043"/>
            <a:ext cx="5322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361781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욘더알티오라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초등캠프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349976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1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19764" y="476617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33" y="33195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42120" y="3096557"/>
            <a:ext cx="4983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8956" y="3743883"/>
            <a:ext cx="5322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3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44038" y="1118048"/>
            <a:ext cx="5671000" cy="269039"/>
            <a:chOff x="624113" y="1164507"/>
            <a:chExt cx="5671000" cy="269039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34219" y="11999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12028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12010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12010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11986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3064</Words>
  <Application>Microsoft Office PowerPoint</Application>
  <PresentationFormat>사용자 지정</PresentationFormat>
  <Paragraphs>778</Paragraphs>
  <Slides>6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208</cp:revision>
  <cp:lastPrinted>2026-03-10T05:09:50Z</cp:lastPrinted>
  <dcterms:modified xsi:type="dcterms:W3CDTF">2026-07-23T05:21:17Z</dcterms:modified>
</cp:coreProperties>
</file>