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125" d="100"/>
          <a:sy n="125" d="100"/>
        </p:scale>
        <p:origin x="-336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baseline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간식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1550</TotalTime>
  <Words>769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205</cp:revision>
  <cp:lastPrinted>2026-03-10T05:09:50Z</cp:lastPrinted>
  <dcterms:modified xsi:type="dcterms:W3CDTF">2026-07-22T03:59:33Z</dcterms:modified>
</cp:coreProperties>
</file>