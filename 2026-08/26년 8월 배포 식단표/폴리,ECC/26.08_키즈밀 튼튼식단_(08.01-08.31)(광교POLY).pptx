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3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66" d="100"/>
          <a:sy n="66" d="100"/>
        </p:scale>
        <p:origin x="-2285" y="840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011614914"/>
              </p:ext>
            </p:extLst>
          </p:nvPr>
        </p:nvGraphicFramePr>
        <p:xfrm>
          <a:off x="194988" y="1156203"/>
          <a:ext cx="7166525" cy="895117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90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90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9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8143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148Kcal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90Kcal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①②⑤⑥⑩⑮⑯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⑤⑥⑩⑯⑱</a:t>
                      </a:r>
                      <a:endParaRPr lang="en-US" altLang="ko-KR" sz="80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90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우리밀사과파이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212Kcal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샤인머스캣주스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현미씨리얼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166Kcal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90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우리밀치즈빵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야채핫바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레몬에이드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170" name="그림 1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31" y="8447554"/>
            <a:ext cx="643770" cy="807807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2823899" y="844812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2119694" y="924531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74" name="그룹 173"/>
          <p:cNvGrpSpPr/>
          <p:nvPr/>
        </p:nvGrpSpPr>
        <p:grpSpPr>
          <a:xfrm>
            <a:off x="630121" y="1116859"/>
            <a:ext cx="5684917" cy="7426025"/>
            <a:chOff x="630121" y="1180005"/>
            <a:chExt cx="5684917" cy="7426025"/>
          </a:xfrm>
        </p:grpSpPr>
        <p:grpSp>
          <p:nvGrpSpPr>
            <p:cNvPr id="175" name="그룹 174"/>
            <p:cNvGrpSpPr/>
            <p:nvPr/>
          </p:nvGrpSpPr>
          <p:grpSpPr>
            <a:xfrm>
              <a:off x="630121" y="1180005"/>
              <a:ext cx="5684917" cy="7426025"/>
              <a:chOff x="630121" y="1180005"/>
              <a:chExt cx="5684917" cy="7426025"/>
            </a:xfrm>
          </p:grpSpPr>
          <p:sp>
            <p:nvSpPr>
              <p:cNvPr id="18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5288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181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80005"/>
                <a:ext cx="5677110" cy="5624055"/>
                <a:chOff x="618003" y="1164507"/>
                <a:chExt cx="5677110" cy="5624055"/>
              </a:xfrm>
            </p:grpSpPr>
            <p:sp>
              <p:nvSpPr>
                <p:cNvPr id="182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3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2108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4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5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136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6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1190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7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1190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8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20951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89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745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0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7221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1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5782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2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5781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3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4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387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5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3637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6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5331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7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5331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198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509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76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877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7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9554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8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5187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9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478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199" name="그림 19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169" name="그림 168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88" y="4726857"/>
            <a:ext cx="1334197" cy="1764000"/>
          </a:xfrm>
          <a:prstGeom prst="rect">
            <a:avLst/>
          </a:prstGeom>
        </p:spPr>
      </p:pic>
      <p:sp>
        <p:nvSpPr>
          <p:cNvPr id="200" name="TextBox 199"/>
          <p:cNvSpPr txBox="1"/>
          <p:nvPr/>
        </p:nvSpPr>
        <p:spPr>
          <a:xfrm>
            <a:off x="913264" y="499687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167" name="그룹 166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68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201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1663</TotalTime>
  <Words>772</Words>
  <Application>Microsoft Office PowerPoint</Application>
  <PresentationFormat>사용자 지정</PresentationFormat>
  <Paragraphs>231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207</cp:revision>
  <cp:lastPrinted>2026-03-10T05:09:50Z</cp:lastPrinted>
  <dcterms:modified xsi:type="dcterms:W3CDTF">2026-07-21T05:40:38Z</dcterms:modified>
</cp:coreProperties>
</file>