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81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9720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Tofu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Honey chicken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Barley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Bean sprout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bok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choy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chickpeas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Soybean paste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flounder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Cucumber tomato salad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1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Glazed Bellflower And Burdock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Millet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chop steak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Cold pasta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dried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pollock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85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cutlet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sauce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Cobb salad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anchovies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Pancakes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148Kcal</a:t>
                      </a:r>
                      <a:endParaRPr lang="ko-KR" altLang="en-US" sz="76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Fruit,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Calcium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jelly stick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90Kcal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Boiled egg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Grapefruit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ade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125Kcal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Hot dog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①②⑤⑥⑩⑮⑯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150Kcal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</a:t>
                      </a:r>
                      <a:r>
                        <a:rPr lang="en-US" altLang="ko-KR" sz="76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dumplings</a:t>
                      </a:r>
                      <a:r>
                        <a:rPr lang="ko-KR" altLang="en-US" sz="76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r>
                        <a:rPr lang="en-US" altLang="ko-KR" sz="760" baseline="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Drinking Yogurt</a:t>
                      </a:r>
                      <a:r>
                        <a:rPr lang="ko-KR" altLang="en-US" sz="76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6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Fish cake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chicken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zucchini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Soft tofu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 sauce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Spicy beef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egg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tuna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curry rice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squid rings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Cabbage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</a:t>
                      </a:r>
                      <a:r>
                        <a:rPr lang="en-US" altLang="ko-KR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Thousand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island dressing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Glazed seed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Mushroom soybean paste stew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Broccoli salad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dried shrimp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Herbal chicken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patty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 watermelon punch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r>
                        <a:rPr lang="en-US" altLang="ko-KR" sz="76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madeleine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en-US" altLang="ko-KR" sz="760" b="0" i="0" u="none" strike="noStrike" cap="none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⑫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Squeezable yogurt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pie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212Kcal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potato bar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Shine Muscat juice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 cereal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and sour pork 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cucumber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kelp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grain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Chive potato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dakgalbi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young radish leaves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black beans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Enoki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soybean paste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Barbecue Pork Chops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fish cake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quail eggs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Neapolitan spaghetti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Tofu sticks 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Maple pumpkin salad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Orange juice</a:t>
                      </a:r>
                      <a:endParaRPr lang="en-US" altLang="ko-KR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Blueberry pickles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bread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nuts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②⑤⑥⑭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Fruit pudding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Castella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166Kcal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Smoked duck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lemon salad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Mallow soybean paste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pork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Pumpkin pancake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cashews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85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1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tomato tofu rice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tenders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coleslaw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king oyster mushrooms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Squid radish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 with rice cakes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salad with peanut sauce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cranberries and anchovies 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Kizmeal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jajang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noodles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Shrimp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har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gow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Lettuce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</a:t>
                      </a:r>
                      <a:r>
                        <a:rPr lang="en-US" altLang="ko-KR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Orange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5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mango </a:t>
                      </a:r>
                      <a:r>
                        <a:rPr lang="en-US" altLang="ko-KR" sz="85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dressing</a:t>
                      </a:r>
                      <a:endParaRPr lang="en-US" altLang="ko-KR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Squeezable yogurt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Heart pickled radish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Granola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String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cheese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Cheese bread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sausage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Lemonade</a:t>
                      </a:r>
                      <a:r>
                        <a:rPr lang="ko-KR" altLang="en-US" sz="76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rice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cake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soybean paste soup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ssamjang</a:t>
                      </a: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salad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Radish </a:t>
                      </a:r>
                      <a:r>
                        <a:rPr lang="en-US" altLang="ko-KR" sz="85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Grain bar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2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2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1723</Words>
  <Application>Microsoft Office PowerPoint</Application>
  <PresentationFormat>사용자 지정</PresentationFormat>
  <Paragraphs>454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228</cp:revision>
  <cp:lastPrinted>2026-03-10T05:09:50Z</cp:lastPrinted>
  <dcterms:modified xsi:type="dcterms:W3CDTF">2026-07-23T01:40:03Z</dcterms:modified>
</cp:coreProperties>
</file>