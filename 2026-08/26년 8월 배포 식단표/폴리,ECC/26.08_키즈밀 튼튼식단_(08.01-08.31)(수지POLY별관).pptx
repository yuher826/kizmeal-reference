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238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새우볼튀김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773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212</cp:revision>
  <cp:lastPrinted>2026-03-10T05:09:50Z</cp:lastPrinted>
  <dcterms:modified xsi:type="dcterms:W3CDTF">2026-07-23T02:01:36Z</dcterms:modified>
</cp:coreProperties>
</file>