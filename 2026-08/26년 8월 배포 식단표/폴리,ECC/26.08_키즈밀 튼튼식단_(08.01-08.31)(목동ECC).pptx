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180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휴원</a:t>
                      </a:r>
                      <a:endParaRPr lang="en-US" altLang="ko-KR" sz="110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749</Words>
  <Application>Microsoft Office PowerPoint</Application>
  <PresentationFormat>사용자 지정</PresentationFormat>
  <Paragraphs>223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206</cp:revision>
  <cp:lastPrinted>2026-03-10T05:09:50Z</cp:lastPrinted>
  <dcterms:modified xsi:type="dcterms:W3CDTF">2026-07-21T06:54:22Z</dcterms:modified>
</cp:coreProperties>
</file>