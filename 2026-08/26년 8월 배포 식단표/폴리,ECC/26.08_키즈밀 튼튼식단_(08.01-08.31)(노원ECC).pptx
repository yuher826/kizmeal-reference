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-874" y="1949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ECC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011614914"/>
              </p:ext>
            </p:extLst>
          </p:nvPr>
        </p:nvGraphicFramePr>
        <p:xfrm>
          <a:off x="194988" y="1156203"/>
          <a:ext cx="7166525" cy="89511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800" b="1" i="0" u="none" strike="noStrike" cap="none" dirty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1661</TotalTime>
  <Words>768</Words>
  <Application>Microsoft Office PowerPoint</Application>
  <PresentationFormat>사용자 지정</PresentationFormat>
  <Paragraphs>230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206</cp:revision>
  <cp:lastPrinted>2026-03-10T05:09:50Z</cp:lastPrinted>
  <dcterms:modified xsi:type="dcterms:W3CDTF">2026-07-21T06:54:40Z</dcterms:modified>
</cp:coreProperties>
</file>