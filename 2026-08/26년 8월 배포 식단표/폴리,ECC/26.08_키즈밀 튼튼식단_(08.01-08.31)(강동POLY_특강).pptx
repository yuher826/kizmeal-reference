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11428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lang="en-US" altLang="ko-KR"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lang="en-US" altLang="ko-KR" sz="85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675</Words>
  <Application>Microsoft Office PowerPoint</Application>
  <PresentationFormat>사용자 지정</PresentationFormat>
  <Paragraphs>215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205</cp:revision>
  <cp:lastPrinted>2026-03-10T05:09:50Z</cp:lastPrinted>
  <dcterms:modified xsi:type="dcterms:W3CDTF">2026-07-23T01:11:36Z</dcterms:modified>
</cp:coreProperties>
</file>