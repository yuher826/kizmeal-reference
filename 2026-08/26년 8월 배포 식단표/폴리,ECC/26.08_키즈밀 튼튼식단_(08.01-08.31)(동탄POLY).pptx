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4670"/>
  </p:normalViewPr>
  <p:slideViewPr>
    <p:cSldViewPr snapToGrid="0">
      <p:cViewPr>
        <p:scale>
          <a:sx n="75" d="100"/>
          <a:sy n="75" d="100"/>
        </p:scale>
        <p:origin x="-2064" y="302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u="none" strike="noStrike" cap="none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AUG</a:t>
            </a:r>
            <a:r>
              <a:rPr lang="en-US" sz="1500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1589152003"/>
              </p:ext>
            </p:extLst>
          </p:nvPr>
        </p:nvGraphicFramePr>
        <p:xfrm>
          <a:off x="194988" y="1156203"/>
          <a:ext cx="7166525" cy="8882859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289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638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유부채국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허니닭강정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①⑤⑥⑫⑮⑯⑱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청경채나물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병아리콩조림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473Kcal(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가자미살구이</a:t>
                      </a:r>
                      <a:endParaRPr lang="ko-KR" altLang="en-US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오이토마토무침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1" i="0" u="none" strike="noStrike" cap="none" dirty="0" smtClean="0">
                          <a:solidFill>
                            <a:srgbClr val="216A5B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도라지우엉강정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22)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⑤⑥⑩⑫⑮⑯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쿨파스타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19)</a:t>
                      </a:r>
                      <a:endParaRPr sz="850" b="0" i="0" u="none" strike="noStrike" cap="none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dirty="0" smtClean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안심카츠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②⑤⑥⑩⑮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⑤⑥⑫⑬⑯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콥샐러드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</a:t>
                      </a:r>
                    </a:p>
                    <a:p>
                      <a:pPr algn="ctr"/>
                      <a:r>
                        <a:rPr lang="ko-KR" altLang="en-US" sz="850" dirty="0" err="1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바싹멸치볶음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  <a:endParaRPr lang="en-US" altLang="ko-KR" sz="850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/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algn="ctr"/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463Kcal(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59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</a:t>
                      </a:r>
                      <a:r>
                        <a:rPr lang="ko-KR" altLang="en-US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lang="ko-KR" altLang="en-US" sz="850" dirty="0">
                        <a:solidFill>
                          <a:schemeClr val="tx1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37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⑤⑥⑰⑱</a:t>
                      </a:r>
                      <a:r>
                        <a:rPr lang="en-US" altLang="ko-KR" sz="800" b="0" i="0" u="none" strike="noStrike" cap="none" baseline="0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사과주스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80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하트파이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슈크림도넛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④⑤⑭⑲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164Kcal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유기농요거트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쉬폰케이크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en-US" altLang="ko-KR" sz="8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191Kcal</a:t>
                      </a:r>
                      <a:endParaRPr lang="ko-KR" altLang="en-US" sz="8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간장찜닭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애호박양념구이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일식계란찜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참치야채볶음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오징어링튀김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사우전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표고된장찌개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브로콜리초회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한방닭곰탕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고기완자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DIY</a:t>
                      </a:r>
                      <a:r>
                        <a:rPr lang="ko-KR" altLang="en-US" sz="850" b="0" i="0" u="none" strike="noStrike" cap="none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수박화채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53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단팥빵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139Kcal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우리밀와플쿠키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야채고로케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</a:t>
                      </a:r>
                      <a:r>
                        <a:rPr lang="en-US" altLang="ko-KR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solidFill>
                            <a:schemeClr val="tx1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딸</a:t>
                      </a: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170Kcal</a:t>
                      </a:r>
                      <a:endParaRPr sz="8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꿔바로우탕수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오이생채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다시마튀각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467Kcal(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부추감자국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바베큐폭찹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나폴리탄스파게티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메이플단호박샐러드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블루베리무피클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481Kcal(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770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내용</a:t>
                      </a:r>
                      <a:endParaRPr lang="en-US" altLang="ko-KR" sz="8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트로피컬주스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미니꽈배기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193Kcal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샐러드빵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훈제오리구이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레몬무생채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en-US" altLang="ko-KR" sz="850" b="0" i="0" u="none" strike="noStrike" cap="none" dirty="0" smtClean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아욱된장국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노란호박전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미트토마토두부조림덮밥</a:t>
                      </a:r>
                      <a:endParaRPr lang="en-US" altLang="ko-KR" sz="850" b="1" i="0" u="none" strike="noStrike" cap="none" dirty="0" smtClean="0">
                        <a:solidFill>
                          <a:srgbClr val="216A5B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치킨텐더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돈사태떡찜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땅콩소스사과무침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키즈밀자장면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새우하가우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①②⑤⑥⑨⑩⑰⑱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양상추샐러드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오렌지망고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7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우리밀붕어빵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187Kcal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블루베리머핀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소세지야채꼬지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188Kcal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버터크로와상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endParaRPr lang="en-US" altLang="ko-KR" sz="8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8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8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52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rowSpan="3"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endParaRPr lang="en-US" altLang="ko-KR" sz="800" b="0" i="0" u="none" strike="noStrike" baseline="0" dirty="0" smtClean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75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Kcal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1409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8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gridSpan="4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161133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5573" y="8450304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829241" y="8450877"/>
            <a:ext cx="36488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-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삼치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패류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새우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베트남산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참치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25036" y="9270923"/>
            <a:ext cx="38967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8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8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8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토마토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도라지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18048"/>
            <a:ext cx="5684917" cy="7427533"/>
            <a:chOff x="630121" y="1180005"/>
            <a:chExt cx="5684917" cy="7427533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80005"/>
              <a:ext cx="5684917" cy="7427533"/>
              <a:chOff x="630121" y="1180005"/>
              <a:chExt cx="5684917" cy="7427533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="" xmlns:a16="http://schemas.microsoft.com/office/drawing/2014/main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376796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 smtClean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31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="" xmlns:a16="http://schemas.microsoft.com/office/drawing/2014/main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2537" y="1180005"/>
                <a:ext cx="5682501" cy="5633981"/>
                <a:chOff x="612612" y="1164507"/>
                <a:chExt cx="5682501" cy="5633981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="" xmlns:a16="http://schemas.microsoft.com/office/drawing/2014/main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="" xmlns:a16="http://schemas.microsoft.com/office/drawing/2014/main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999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="" xmlns:a16="http://schemas.microsoft.com/office/drawing/2014/main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34219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="" xmlns:a16="http://schemas.microsoft.com/office/drawing/2014/main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20280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="" xmlns:a16="http://schemas.microsoft.com/office/drawing/2014/main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20102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="" xmlns:a16="http://schemas.microsoft.com/office/drawing/2014/main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20102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="" xmlns:a16="http://schemas.microsoft.com/office/drawing/2014/main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9863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="" xmlns:a16="http://schemas.microsoft.com/office/drawing/2014/main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7787" y="29971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="" xmlns:a16="http://schemas.microsoft.com/office/drawing/2014/main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17176" y="299481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="" xmlns:a16="http://schemas.microsoft.com/office/drawing/2014/main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2612" y="6567746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="" xmlns:a16="http://schemas.microsoft.com/office/drawing/2014/main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57330" y="6561649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="" xmlns:a16="http://schemas.microsoft.com/office/drawing/2014/main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="" xmlns:a16="http://schemas.microsoft.com/office/drawing/2014/main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837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20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="" xmlns:a16="http://schemas.microsoft.com/office/drawing/2014/main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8139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="" xmlns:a16="http://schemas.microsoft.com/office/drawing/2014/main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300748" y="655714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="" xmlns:a16="http://schemas.microsoft.com/office/drawing/2014/main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1562" y="655714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27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="" xmlns:a16="http://schemas.microsoft.com/office/drawing/2014/main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5998170" y="656084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 smtClean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1991044" y="301031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3342984" y="301814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1991044" y="479688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3342984" y="47928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5" name="그림 2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042" y="254806"/>
            <a:ext cx="1030869" cy="538535"/>
          </a:xfrm>
          <a:prstGeom prst="rect">
            <a:avLst/>
          </a:prstGeom>
        </p:spPr>
      </p:pic>
      <p:pic>
        <p:nvPicPr>
          <p:cNvPr id="29" name="그림 28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60" y="4754879"/>
            <a:ext cx="1339200" cy="1754011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98024" y="5050212"/>
            <a:ext cx="8077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spc="300" dirty="0" smtClean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광복절</a:t>
            </a:r>
            <a:endParaRPr lang="ko-KR" altLang="en-US" sz="1200" spc="300" dirty="0">
              <a:solidFill>
                <a:srgbClr val="216A5B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1662</TotalTime>
  <Words>838</Words>
  <Application>Microsoft Office PowerPoint</Application>
  <PresentationFormat>사용자 지정</PresentationFormat>
  <Paragraphs>278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204</cp:revision>
  <cp:lastPrinted>2026-03-10T05:09:50Z</cp:lastPrinted>
  <dcterms:modified xsi:type="dcterms:W3CDTF">2026-07-22T03:12:36Z</dcterms:modified>
</cp:coreProperties>
</file>