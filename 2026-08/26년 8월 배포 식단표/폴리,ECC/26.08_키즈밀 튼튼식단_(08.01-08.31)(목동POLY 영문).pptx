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1469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44998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3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Honey chicken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</a:t>
                      </a:r>
                      <a:endParaRPr lang="en-US" altLang="ko-KR" sz="7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Barley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Bean sprout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bok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choy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chickpeas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7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flounder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Cucumber tomato salad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Glazed Bellflower And Burdock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chop steak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Cold pasta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dried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pollock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5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7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7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cutlet</a:t>
                      </a:r>
                      <a:r>
                        <a:rPr lang="ko-KR" altLang="en-US" sz="7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7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sauce</a:t>
                      </a:r>
                      <a:r>
                        <a:rPr lang="en-US" altLang="ko-KR" sz="7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Cobb salad</a:t>
                      </a:r>
                      <a:r>
                        <a:rPr lang="ko-KR" altLang="en-US" sz="7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</a:t>
                      </a:r>
                      <a:r>
                        <a:rPr lang="ko-KR" altLang="en-US" sz="7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7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Pancakes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148Kcal</a:t>
                      </a:r>
                      <a:endParaRPr lang="ko-KR" altLang="en-US" sz="6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Fruit,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Calcium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jelly stick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90Kcal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egg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Grapefruit 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ade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125Kcal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Hot dog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①②⑤⑥⑩⑮⑯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150Kcal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Steameddumplings</a:t>
                      </a:r>
                      <a:r>
                        <a:rPr lang="ko-KR" altLang="en-US" sz="6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r>
                        <a:rPr lang="en-US" altLang="ko-KR" sz="6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Yogurt</a:t>
                      </a:r>
                      <a:r>
                        <a:rPr lang="ko-KR" altLang="en-US" sz="6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650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65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fish cake bar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⑤⑥⑰⑱</a:t>
                      </a:r>
                      <a:r>
                        <a:rPr lang="en-US" altLang="ko-KR" sz="65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juice</a:t>
                      </a:r>
                      <a:r>
                        <a:rPr lang="en-US" altLang="ko-KR" sz="65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130Kcal</a:t>
                      </a:r>
                      <a:endParaRPr lang="ko-KR" altLang="en-US" sz="6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Custard doughnut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④⑤⑭⑲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164Kcal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Fruit,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155Kcal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Chiffon cake</a:t>
                      </a:r>
                      <a:r>
                        <a:rPr lang="ko-KR" altLang="en-US" sz="6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65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3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Fish cake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chicken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zucchini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sauce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Spicy beef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egg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tuna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448Kcal(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curry rice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squid rings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Cabbage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7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Thousand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island dressing</a:t>
                      </a:r>
                      <a:r>
                        <a:rPr lang="en-US" altLang="ko-KR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Glazed seed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470Kcal(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Mushroom soybean paste stew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Broccoli salad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dried shrimp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⑤⑥⑨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465Kcal(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Herbal chicken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patty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 watermelon punch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r>
                        <a:rPr lang="en-US" altLang="ko-KR" sz="65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madeleine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650" b="0" i="0" u="none" strike="noStrike" cap="none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pie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endParaRPr lang="en-US" altLang="ko-KR" sz="6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212Kcal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potato bar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Shine Muscat juice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50" b="1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&lt;Birthday </a:t>
                      </a:r>
                      <a:r>
                        <a:rPr lang="en-US" altLang="ko-KR" sz="650" b="1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snack&gt;</a:t>
                      </a:r>
                    </a:p>
                    <a:p>
                      <a:pPr algn="ctr" fontAlgn="ctr"/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Roll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cake</a:t>
                      </a:r>
                      <a:r>
                        <a:rPr lang="ko-KR" altLang="en-US" sz="6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6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6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String cheese</a:t>
                      </a:r>
                      <a:r>
                        <a:rPr lang="en-U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115Kcal</a:t>
                      </a:r>
                      <a:endParaRPr lang="en-US" altLang="ko-KR"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Red bean bread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139Kcal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potato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Waffle cookie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croquette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Strawberry juice</a:t>
                      </a:r>
                      <a:r>
                        <a:rPr lang="en-US" altLang="ko-KR" sz="65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3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and sour pork 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cucumber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kelp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467Kcal(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Chive potato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dakgalbi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young radish leaves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black beans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Enoki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soybean paste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Barbecue Pork Chops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fish cake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quail eggs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Neapolitan spaghetti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sticks 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Maple pumpkin salad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Orange juice</a:t>
                      </a:r>
                      <a:endParaRPr lang="en-US" altLang="ko-KR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pickles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481Kcal(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61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bread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nuts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②⑤⑥⑭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 pudding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Castella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166Kcal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E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egg</a:t>
                      </a:r>
                      <a:r>
                        <a:rPr lang="es-E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s-E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E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Tropical juice</a:t>
                      </a:r>
                      <a:r>
                        <a:rPr lang="es-ES" altLang="ko-KR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s-E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es-ES" altLang="ko-KR"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Mini twisted</a:t>
                      </a:r>
                      <a:r>
                        <a:rPr lang="en-US" altLang="ko-KR" sz="65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doughnut</a:t>
                      </a:r>
                      <a:r>
                        <a:rPr lang="en-U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b="0" i="0" u="none" strike="noStrike" cap="none" baseline="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en-U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650" b="0" i="0" u="none" strike="noStrike" cap="non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193Kcal</a:t>
                      </a:r>
                      <a:endParaRPr lang="en-US" altLang="ko-KR"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Calcium jelly stick</a:t>
                      </a:r>
                      <a:r>
                        <a:rPr lang="en-U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  <a:r>
                        <a:rPr lang="en-US" altLang="ko-KR" sz="6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lang="en-US" altLang="ko-KR"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 bread</a:t>
                      </a:r>
                      <a:r>
                        <a:rPr lang="en-U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en-US" altLang="ko-KR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en-US" altLang="ko-KR"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Smoked duck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lemon salad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Mallow soybean paste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pork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Pumpkin pancake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cashews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5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460Kcal(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5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tomato tofu rice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tenders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coleslaw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king oyster mushrooms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471Kcal(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radish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with rice cakes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salad with peanut sauce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cranberries and anchovies 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Kizmeal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jajang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noodles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Shrimp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har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gow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Lettuce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7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Orange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5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mango dressing</a:t>
                      </a:r>
                      <a:endParaRPr lang="en-US" altLang="ko-KR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7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pickled radish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Granola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String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cheese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Cheese bread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6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sausage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Lemonade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rice 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cake</a:t>
                      </a:r>
                      <a:r>
                        <a:rPr lang="en-US" altLang="ko-KR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Fish-shaped pastry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muffin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Sausage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skewer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②⑤⑥⑩⑯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Grape juice</a:t>
                      </a:r>
                      <a:r>
                        <a:rPr lang="en-US" altLang="ko-KR" sz="65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188Kcal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Butter croissant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Mixed nuts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3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soybean paste soup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ssamjang</a:t>
                      </a: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7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54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Grain bar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Soy milk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542541"/>
                <a:chOff x="612612" y="1164507"/>
                <a:chExt cx="5682501" cy="554254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033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057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033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4763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47020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923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899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4657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4657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46940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188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267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054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01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68629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1106</Words>
  <Application>Microsoft Office PowerPoint</Application>
  <PresentationFormat>사용자 지정</PresentationFormat>
  <Paragraphs>269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232</cp:revision>
  <cp:lastPrinted>2026-03-10T05:09:50Z</cp:lastPrinted>
  <dcterms:modified xsi:type="dcterms:W3CDTF">2026-07-23T01:50:10Z</dcterms:modified>
</cp:coreProperties>
</file>