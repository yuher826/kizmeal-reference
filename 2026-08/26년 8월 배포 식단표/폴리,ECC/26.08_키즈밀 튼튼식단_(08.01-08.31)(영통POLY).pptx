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베이컨주먹밥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달콤닭강정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모짜치즈볼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웨스턴핫도그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컵과일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상하유기농초코우유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endParaRPr sz="850" b="0" i="0" u="none" strike="noStrike" cap="none" dirty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소고기유부초밥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무항생제비엔나구이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야채고로케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김가루참치주먹밥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⑤⑥⑮⑯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에그햄샌드위치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오징어볼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⑤⑥⑰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3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종</a:t>
                      </a:r>
                      <a:endParaRPr lang="en-US" altLang="ko-KR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따옴주스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사과주스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849</Words>
  <Application>Microsoft Office PowerPoint</Application>
  <PresentationFormat>사용자 지정</PresentationFormat>
  <Paragraphs>261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2026-07-23T01:45:19Z</dcterms:modified>
</cp:coreProperties>
</file>