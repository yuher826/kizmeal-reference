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75" d="100"/>
          <a:sy n="75" d="100"/>
        </p:scale>
        <p:origin x="-2064" y="-6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011614914"/>
              </p:ext>
            </p:extLst>
          </p:nvPr>
        </p:nvGraphicFramePr>
        <p:xfrm>
          <a:off x="194988" y="1156203"/>
          <a:ext cx="7166525" cy="89511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새우볼튀김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31" y="844755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44812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24531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426025"/>
            <a:chOff x="630121" y="1180005"/>
            <a:chExt cx="5684917" cy="7426025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426025"/>
              <a:chOff x="630121" y="1180005"/>
              <a:chExt cx="5684917" cy="7426025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528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4055"/>
                <a:chOff x="618003" y="1164507"/>
                <a:chExt cx="5677110" cy="5624055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745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782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78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387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331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331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09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518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478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3788" y="4726857"/>
            <a:ext cx="1334197" cy="176400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1657</TotalTime>
  <Words>773</Words>
  <Application>Microsoft Office PowerPoint</Application>
  <PresentationFormat>사용자 지정</PresentationFormat>
  <Paragraphs>231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205</cp:revision>
  <cp:lastPrinted>2026-03-10T05:09:50Z</cp:lastPrinted>
  <dcterms:modified xsi:type="dcterms:W3CDTF">2026-07-22T06:50:50Z</dcterms:modified>
</cp:coreProperties>
</file>