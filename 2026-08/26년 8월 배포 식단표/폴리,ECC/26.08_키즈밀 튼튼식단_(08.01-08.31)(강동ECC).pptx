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288" y="178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7679"/>
            <a:ext cx="126771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ECC</a:t>
            </a: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사과주스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115Kcal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184Kcal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 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카레고로케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②⑤⑥⑩⑯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889</Words>
  <Application>Microsoft Office PowerPoint</Application>
  <PresentationFormat>사용자 지정</PresentationFormat>
  <Paragraphs>270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208</cp:revision>
  <cp:lastPrinted>2026-03-10T05:09:50Z</cp:lastPrinted>
  <dcterms:modified xsi:type="dcterms:W3CDTF">2026-07-23T01:46:14Z</dcterms:modified>
</cp:coreProperties>
</file>