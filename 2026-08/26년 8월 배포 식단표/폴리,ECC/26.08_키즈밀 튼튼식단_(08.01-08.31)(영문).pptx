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3" r:id="rId2"/>
    <p:sldId id="274" r:id="rId3"/>
    <p:sldId id="275" r:id="rId4"/>
    <p:sldId id="276" r:id="rId5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16" y="81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9720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Honey chicken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Barley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Bean sprout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bok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choy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chickpeas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flounder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Cucumber tomato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Glazed Bellflower And Burdock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chop steak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Cold pasta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dried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pollock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5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cutlet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sauce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Cobb salad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Pancakes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148Kcal</a:t>
                      </a:r>
                      <a:endParaRPr lang="ko-KR" altLang="en-US" sz="76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Fruit,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Calcium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jelly stick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90Kcal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egg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Grapefruit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ade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125Kcal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Hot dog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①②⑤⑥⑩⑮⑯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150Kcal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</a:t>
                      </a:r>
                      <a:r>
                        <a:rPr lang="en-US" altLang="ko-KR" sz="76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dumplings</a:t>
                      </a:r>
                      <a:r>
                        <a:rPr lang="ko-KR" altLang="en-US" sz="76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r>
                        <a:rPr lang="en-US" altLang="ko-KR" sz="760" baseline="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Yogurt</a:t>
                      </a:r>
                      <a:r>
                        <a:rPr lang="ko-KR" altLang="en-US" sz="76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6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Fish cake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chicken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zucchini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sauce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Spicy beef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egg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tuna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curry rice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squid rings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Cabbage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Thousand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island dressing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Glazed seed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Mushroom soybean paste stew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Broccoli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dried shrimp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Herbal chicken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patty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 watermelon punch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r>
                        <a:rPr lang="en-US" altLang="ko-KR" sz="76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madeleine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760" b="0" i="0" u="none" strike="noStrike" cap="none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pie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212Kcal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potato bar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Shine Muscat juice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cereal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and sour pork 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cucumber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kelp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Chive potato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dakgalbi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young radish leaves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black beans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Enoki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Barbecue Pork Chops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fish cake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quail eggs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Neapolitan spaghetti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sticks 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Maple pumpkin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Orange juice</a:t>
                      </a:r>
                      <a:endParaRPr lang="en-US" altLang="ko-KR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pickles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bread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nuts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②⑤⑥⑭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Fruit pudding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Castella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166Kcal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Smoked duck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lemon salad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Mallow 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pork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Pumpkin pancake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cashews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5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tomato tofu rice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tenders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coleslaw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king oyster mushrooms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radish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with rice cakes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salad with peanut sauce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cranberries and anchovies 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Kizmeal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jajang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noodles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Shrimp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har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gow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Lettuce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Orange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mango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dressing</a:t>
                      </a:r>
                      <a:r>
                        <a:rPr lang="en-US" altLang="ko-KR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</a:t>
                      </a:r>
                      <a:endParaRPr lang="en-US" altLang="ko-KR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pickled radish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Granola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String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cheese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Cheese bread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sausage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Lemonade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rice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cake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ssamjang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Grain bar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2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2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04792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520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04792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fish cake bar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⑤⑥⑰⑱</a:t>
                      </a:r>
                      <a:r>
                        <a:rPr lang="en-US" altLang="ko-KR" sz="95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juice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130Kcal</a:t>
                      </a:r>
                      <a:endParaRPr lang="ko-KR" altLang="en-US" sz="9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pie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210Kcal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Custard doughnut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④⑤⑭⑲</a:t>
                      </a:r>
                      <a:r>
                        <a:rPr lang="ko-KR" altLang="en-US" sz="9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164Kcal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Fruit,</a:t>
                      </a:r>
                      <a:r>
                        <a:rPr lang="en-US" altLang="ko-KR" sz="9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155Kcal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Chiffon cake</a:t>
                      </a:r>
                      <a:r>
                        <a:rPr lang="ko-KR" altLang="en-US" sz="9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5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String cheese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Red bean bread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139Kcal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potato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Waffle cookie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9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croquette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Strawberry juice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520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egg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Tropical juice</a:t>
                      </a:r>
                      <a:endParaRPr lang="ko-KR" altLang="en-US" sz="9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Mini twisted doughnut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193Kcal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Calcium jelly stick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 bread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Fish-shaped pastry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</a:t>
                      </a: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950" b="0" i="0" u="none" strike="noStrike" cap="none" baseline="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muffin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950" b="0" i="0" u="none" strike="noStrike" cap="none" baseline="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Sausage vegetable skewer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②⑤⑥⑩⑯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Grape juice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188Kcal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Butter croissant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950" b="0" i="0" u="none" strike="noStrike" cap="none" baseline="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Mixed nuts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9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Soy milk</a:t>
                      </a:r>
                      <a:r>
                        <a:rPr lang="ko-KR" altLang="en-US" sz="9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2498</Words>
  <Application>Microsoft Office PowerPoint</Application>
  <PresentationFormat>사용자 지정</PresentationFormat>
  <Paragraphs>659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226</cp:revision>
  <cp:lastPrinted>2026-03-10T05:09:50Z</cp:lastPrinted>
  <dcterms:modified xsi:type="dcterms:W3CDTF">2026-07-23T01:35:57Z</dcterms:modified>
</cp:coreProperties>
</file>