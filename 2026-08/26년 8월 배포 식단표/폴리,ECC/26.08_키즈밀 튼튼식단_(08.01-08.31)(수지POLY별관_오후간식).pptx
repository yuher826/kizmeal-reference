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4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874" y="2381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589152003"/>
              </p:ext>
            </p:extLst>
          </p:nvPr>
        </p:nvGraphicFramePr>
        <p:xfrm>
          <a:off x="194988" y="1156203"/>
          <a:ext cx="7166525" cy="8904792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7195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9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9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5200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 smtClean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7707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4097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9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900" b="0" i="0" u="none" strike="noStrike" cap="none" baseline="0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78019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6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7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8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1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32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3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4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35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36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8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1670</TotalTime>
  <Words>364</Words>
  <Application>Microsoft Office PowerPoint</Application>
  <PresentationFormat>사용자 지정</PresentationFormat>
  <Paragraphs>101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212</cp:revision>
  <cp:lastPrinted>2026-03-10T05:09:50Z</cp:lastPrinted>
  <dcterms:modified xsi:type="dcterms:W3CDTF">2026-07-23T02:01:51Z</dcterms:modified>
</cp:coreProperties>
</file>