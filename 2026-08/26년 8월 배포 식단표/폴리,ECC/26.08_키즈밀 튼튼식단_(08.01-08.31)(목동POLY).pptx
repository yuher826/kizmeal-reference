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62" y="114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&lt;</a:t>
                      </a:r>
                      <a:r>
                        <a:rPr lang="ko-KR" altLang="en-US" sz="800" b="1" i="0" u="none" strike="noStrike" cap="non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생일간식</a:t>
                      </a:r>
                      <a:r>
                        <a:rPr lang="en-US" altLang="ko-KR" sz="800" b="1" i="0" u="none" strike="noStrike" cap="non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&gt;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롤케익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C:\Users\user\Desktop\이유라매니저\건강정보지&amp;어린이건강정보지\NADAY 디자인\2026년 건강정보지\8월_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175" y="-6350"/>
            <a:ext cx="7562850" cy="10694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C:\Users\user\Desktop\이유라매니저\건강정보지&amp;어린이건강정보지\NADAY 디자인\2026년 건강정보지\8월_어린이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175" y="-5556"/>
            <a:ext cx="7562850" cy="106918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892</Words>
  <Application>Microsoft Office PowerPoint</Application>
  <PresentationFormat>사용자 지정</PresentationFormat>
  <Paragraphs>279</Paragraphs>
  <Slides>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204</cp:revision>
  <cp:lastPrinted>2026-03-10T05:09:50Z</cp:lastPrinted>
  <dcterms:modified xsi:type="dcterms:W3CDTF">2026-07-23T01:17:22Z</dcterms:modified>
</cp:coreProperties>
</file>