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4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-874" y="2381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8904792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7195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9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9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80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15200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lang="ko-KR" altLang="en-US" sz="900" b="1" i="0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07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097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780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900" b="0" i="0" u="none" strike="noStrike" cap="none" baseline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900" b="0" i="0" u="none" strike="noStrike" cap="none" baseline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900" b="0" i="0" u="none" strike="noStrike" cap="none" baseline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780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7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8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1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3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5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36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8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802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1670</TotalTime>
  <Words>364</Words>
  <Application>Microsoft Office PowerPoint</Application>
  <PresentationFormat>사용자 지정</PresentationFormat>
  <Paragraphs>101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212</cp:revision>
  <cp:lastPrinted>2026-03-10T05:09:50Z</cp:lastPrinted>
  <dcterms:modified xsi:type="dcterms:W3CDTF">2026-07-23T02:01:15Z</dcterms:modified>
</cp:coreProperties>
</file>