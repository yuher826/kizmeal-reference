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188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5595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895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92D05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800" b="1" i="0" u="none" strike="noStrike" cap="none" dirty="0" smtClean="0">
                          <a:solidFill>
                            <a:srgbClr val="92D05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생일간식</a:t>
                      </a:r>
                      <a:r>
                        <a:rPr lang="en-US" altLang="ko-KR" sz="800" b="1" i="0" u="none" strike="noStrike" cap="none" dirty="0" smtClean="0">
                          <a:solidFill>
                            <a:srgbClr val="92D05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894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204</cp:revision>
  <cp:lastPrinted>2026-03-10T05:09:50Z</cp:lastPrinted>
  <dcterms:modified xsi:type="dcterms:W3CDTF">2026-07-22T03:07:10Z</dcterms:modified>
</cp:coreProperties>
</file>