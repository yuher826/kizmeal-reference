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73" r:id="rId2"/>
    <p:sldId id="274" r:id="rId3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41" autoAdjust="0"/>
    <p:restoredTop sz="94670"/>
  </p:normalViewPr>
  <p:slideViewPr>
    <p:cSldViewPr snapToGrid="0">
      <p:cViewPr>
        <p:scale>
          <a:sx n="100" d="100"/>
          <a:sy n="100" d="100"/>
        </p:scale>
        <p:origin x="-1469" y="1234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92891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ECC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011614914"/>
              </p:ext>
            </p:extLst>
          </p:nvPr>
        </p:nvGraphicFramePr>
        <p:xfrm>
          <a:off x="194988" y="1156203"/>
          <a:ext cx="7166525" cy="89511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endParaRPr lang="en-US" altLang="ko-KR" sz="900" b="0" i="0" u="none" strike="noStrike" cap="none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184Kcal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 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카레고로케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②⑥⑩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231" y="8447554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2823899" y="844812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2119694" y="924531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74" name="그룹 173"/>
          <p:cNvGrpSpPr/>
          <p:nvPr/>
        </p:nvGrpSpPr>
        <p:grpSpPr>
          <a:xfrm>
            <a:off x="630121" y="1116859"/>
            <a:ext cx="5684917" cy="7426025"/>
            <a:chOff x="630121" y="1180005"/>
            <a:chExt cx="5684917" cy="7426025"/>
          </a:xfrm>
        </p:grpSpPr>
        <p:grpSp>
          <p:nvGrpSpPr>
            <p:cNvPr id="175" name="그룹 174"/>
            <p:cNvGrpSpPr/>
            <p:nvPr/>
          </p:nvGrpSpPr>
          <p:grpSpPr>
            <a:xfrm>
              <a:off x="630121" y="1180005"/>
              <a:ext cx="5684917" cy="7426025"/>
              <a:chOff x="630121" y="1180005"/>
              <a:chExt cx="5684917" cy="7426025"/>
            </a:xfrm>
          </p:grpSpPr>
          <p:sp>
            <p:nvSpPr>
              <p:cNvPr id="180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5288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181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80005"/>
                <a:ext cx="5677110" cy="5624055"/>
                <a:chOff x="618003" y="1164507"/>
                <a:chExt cx="5677110" cy="5624055"/>
              </a:xfrm>
            </p:grpSpPr>
            <p:sp>
              <p:nvSpPr>
                <p:cNvPr id="182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3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2108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4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5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136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6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1190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7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1190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8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20951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9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745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0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1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5782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2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5781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3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4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387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5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6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5331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7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5331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8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509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76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877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9554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8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518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9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478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9" name="그림 19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169" name="그림 168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88" y="4726857"/>
            <a:ext cx="1334197" cy="1764000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913264" y="49968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67" name="그룹 166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68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201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=""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ECC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589152003"/>
              </p:ext>
            </p:extLst>
          </p:nvPr>
        </p:nvGraphicFramePr>
        <p:xfrm>
          <a:off x="194988" y="1156203"/>
          <a:ext cx="7166525" cy="90000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90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오징어어묵바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⑤⑥⑰⑱</a:t>
                      </a:r>
                      <a:r>
                        <a:rPr lang="en-US" altLang="ko-KR" sz="85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사과주스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130Kcal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하트파이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②⑤⑥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endParaRPr lang="en-US" altLang="ko-KR" sz="850" b="0" i="0" u="none" strike="noStrike" cap="none" baseline="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210Kcal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슈크림도넛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②⑤⑥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국산콩두유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④⑤⑭⑲</a:t>
                      </a:r>
                      <a:r>
                        <a:rPr lang="ko-KR" altLang="en-US" sz="85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164Kcal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과일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</a:t>
                      </a: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115Kcal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쉬폰케이크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85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lang="ko-KR" altLang="en-US" sz="85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저녁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인절미과자</a:t>
                      </a:r>
                      <a:r>
                        <a:rPr lang="ko-KR" altLang="en-US" sz="85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5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5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5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143Kcal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5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단호박튀김</a:t>
                      </a:r>
                      <a:r>
                        <a:rPr lang="ko-KR" altLang="en-US" sz="85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r>
                        <a:rPr lang="en-US" altLang="ko-KR" sz="85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5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국산콩두유</a:t>
                      </a:r>
                      <a:r>
                        <a:rPr lang="ko-KR" altLang="en-US" sz="85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④⑤⑭⑲</a:t>
                      </a:r>
                      <a:br>
                        <a:rPr lang="ko-KR" altLang="en-US" sz="85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5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현미쌀스틱</a:t>
                      </a:r>
                      <a:r>
                        <a:rPr lang="en-US" altLang="ko-KR" sz="85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5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멸균우유</a:t>
                      </a:r>
                      <a:r>
                        <a:rPr lang="ko-KR" altLang="en-US" sz="85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165Kcal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5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라이스칩샌드</a:t>
                      </a:r>
                      <a:r>
                        <a:rPr lang="ko-KR" altLang="en-US" sz="85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</a:t>
                      </a:r>
                      <a:r>
                        <a:rPr lang="en-US" altLang="ko-KR" sz="85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5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ABC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주스</a:t>
                      </a:r>
                      <a:b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5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군고구마</a:t>
                      </a:r>
                      <a:r>
                        <a:rPr lang="en-US" altLang="ko-KR" sz="85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5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배도라지주스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160Kcal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스트링치즈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115Kcal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단팥빵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①②⑤⑥⑭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139Kcal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찐감자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우리밀와플쿠키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저녁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5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우리밀웨하스</a:t>
                      </a:r>
                      <a:r>
                        <a:rPr lang="ko-KR" altLang="en-US" sz="85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</a:t>
                      </a:r>
                      <a:r>
                        <a:rPr lang="en-US" altLang="ko-KR" sz="85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5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국산콩두유</a:t>
                      </a:r>
                      <a:r>
                        <a:rPr lang="ko-KR" altLang="en-US" sz="85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④⑤⑭⑲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145Kcal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5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모짜핫도그</a:t>
                      </a:r>
                      <a:r>
                        <a:rPr lang="ko-KR" altLang="en-US" sz="85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</a:t>
                      </a:r>
                      <a:r>
                        <a:rPr lang="en-US" altLang="ko-KR" sz="85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5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감귤한라봉주스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190Kcal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두부과자</a:t>
                      </a:r>
                      <a:r>
                        <a:rPr lang="ko-KR" altLang="en-US" sz="85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</a:t>
                      </a:r>
                      <a:r>
                        <a:rPr lang="en-US" altLang="ko-KR" sz="85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5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리얼레몬주스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166Kcal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5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85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85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5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유기농푸룬주스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5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135Kcal</a:t>
                      </a:r>
                      <a:endParaRPr lang="en-US" altLang="ko-KR" sz="85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5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롤케이크</a:t>
                      </a:r>
                      <a:r>
                        <a:rPr lang="ko-KR" altLang="en-US" sz="85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50" b="0" i="0" u="none" strike="noStrik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5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5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190Kcal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트로피컬주스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미니꽈배기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193Kcal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칼슘젤리스틱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100Kcal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샐러드빵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85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endParaRPr lang="en-US" altLang="ko-KR" sz="850" b="0" i="0" u="none" strike="noStrike" cap="none" baseline="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저녁</a:t>
                      </a:r>
                      <a:endParaRPr lang="ko-KR" altLang="en-US" sz="900" b="1" i="0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5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불고기브레드</a:t>
                      </a:r>
                      <a:endParaRPr lang="en-US" altLang="ko-KR" sz="850" b="0" i="0" u="none" strike="noStrike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ko-KR" altLang="en-US" sz="85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①②⑤⑥⑩⑫⑬⑯⑱</a:t>
                      </a:r>
                      <a:r>
                        <a:rPr lang="en-US" altLang="ko-KR" sz="85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5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5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280Kcal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5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코코넛쉬림프</a:t>
                      </a:r>
                      <a:r>
                        <a:rPr lang="ko-KR" altLang="en-US" sz="85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①⑤⑥⑨</a:t>
                      </a:r>
                      <a:r>
                        <a:rPr lang="en-US" altLang="ko-KR" sz="85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5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마시는샐러드그린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205Kcal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5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우리밀찐빵</a:t>
                      </a:r>
                      <a:r>
                        <a:rPr lang="ko-KR" altLang="en-US" sz="85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⑥</a:t>
                      </a:r>
                      <a:r>
                        <a:rPr lang="en-US" altLang="ko-KR" sz="85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5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딸기주스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850" b="0" i="0" u="none" strike="noStrike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lang="en-US" altLang="ko-KR" sz="85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50" b="0" i="0" u="none" strike="noStrike" dirty="0" err="1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스노우팝콘치킨</a:t>
                      </a:r>
                      <a:r>
                        <a:rPr lang="ko-KR" altLang="en-US" sz="85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①②⑤⑥⑮</a:t>
                      </a:r>
                      <a:r>
                        <a:rPr lang="en-US" altLang="ko-KR" sz="85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5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자몽에이드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150Kcal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en-US" sz="900" b="1" i="0" u="none" strike="noStrike" cap="none" dirty="0" err="1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5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187Kcal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블루베리머핀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85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195Kcal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소세지야채꼬지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②⑤⑥⑩⑯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포도주스</a:t>
                      </a:r>
                      <a:r>
                        <a:rPr lang="ko-KR" altLang="en-US" sz="85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188Kcal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버터크로와상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85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견과믹스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smtClean="0">
                          <a:solidFill>
                            <a:srgbClr val="146152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저녁</a:t>
                      </a:r>
                      <a:endParaRPr lang="ko-KR" altLang="en-US" sz="850" b="1" i="0" dirty="0">
                        <a:solidFill>
                          <a:srgbClr val="146152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5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우리밀초코칩쿠키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5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5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리얼사과주스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165Kcal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호두과자</a:t>
                      </a:r>
                      <a:r>
                        <a:rPr lang="ko-KR" altLang="en-US" sz="85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①②⑤⑥⑭</a:t>
                      </a:r>
                      <a:r>
                        <a:rPr lang="en-US" altLang="ko-KR" sz="85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5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유자주스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160Kcal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5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듀얼잼파이</a:t>
                      </a:r>
                      <a:r>
                        <a:rPr lang="ko-KR" altLang="en-US" sz="85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</a:t>
                      </a:r>
                      <a:r>
                        <a:rPr lang="en-US" altLang="ko-KR" sz="85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5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국산콩두유</a:t>
                      </a:r>
                      <a:r>
                        <a:rPr lang="ko-KR" altLang="en-US" sz="85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④⑤⑭⑲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200Kcal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5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오트밀다이제쿠키</a:t>
                      </a:r>
                      <a:r>
                        <a:rPr lang="ko-KR" altLang="en-US" sz="85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①②⑥⑭</a:t>
                      </a:r>
                      <a:r>
                        <a:rPr lang="en-US" altLang="ko-KR" sz="85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5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5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5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85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5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5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천도복숭아주스</a:t>
                      </a:r>
                      <a:r>
                        <a:rPr lang="ko-KR" altLang="en-US" sz="85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⑪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160Kcal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5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삶은계란</a:t>
                      </a:r>
                      <a:r>
                        <a:rPr lang="ko-KR" altLang="en-US" sz="85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85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5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5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br>
                        <a:rPr lang="ko-KR" altLang="en-US" sz="85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6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7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8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1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2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3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4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573" y="8456400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29241" y="845087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43324" y="927092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35" name="그룹 25"/>
          <p:cNvGrpSpPr/>
          <p:nvPr/>
        </p:nvGrpSpPr>
        <p:grpSpPr>
          <a:xfrm>
            <a:off x="630121" y="1118048"/>
            <a:ext cx="5684917" cy="7427533"/>
            <a:chOff x="630121" y="1180005"/>
            <a:chExt cx="5684917" cy="7427533"/>
          </a:xfrm>
        </p:grpSpPr>
        <p:grpSp>
          <p:nvGrpSpPr>
            <p:cNvPr id="36" name="그룹 1"/>
            <p:cNvGrpSpPr/>
            <p:nvPr/>
          </p:nvGrpSpPr>
          <p:grpSpPr>
            <a:xfrm>
              <a:off x="630121" y="1180005"/>
              <a:ext cx="5684917" cy="7427533"/>
              <a:chOff x="630121" y="1180005"/>
              <a:chExt cx="5684917" cy="7427533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679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8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2537" y="1180005"/>
                <a:ext cx="5682501" cy="5633981"/>
                <a:chOff x="612612" y="1164507"/>
                <a:chExt cx="5682501" cy="5633981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999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0280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010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0102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986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971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2612" y="656774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57330" y="656164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837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0748" y="65571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1562" y="655714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5998170" y="656084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30103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301814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968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928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29" name="그림 28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84" y="4773168"/>
            <a:ext cx="1339200" cy="176784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98024" y="505021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1704</TotalTime>
  <Words>1232</Words>
  <Application>Microsoft Office PowerPoint</Application>
  <PresentationFormat>사용자 지정</PresentationFormat>
  <Paragraphs>350</Paragraphs>
  <Slides>2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슬라이드 1</vt:lpstr>
      <vt:lpstr>슬라이드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218</cp:revision>
  <cp:lastPrinted>2026-03-10T05:09:50Z</cp:lastPrinted>
  <dcterms:modified xsi:type="dcterms:W3CDTF">2026-07-23T01:53:59Z</dcterms:modified>
</cp:coreProperties>
</file>