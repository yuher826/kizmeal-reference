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"/>
  </p:notesMasterIdLst>
  <p:sldIdLst>
    <p:sldId id="273" r:id="rId2"/>
    <p:sldId id="274" r:id="rId3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100" d="100"/>
          <a:sy n="100" d="100"/>
        </p:scale>
        <p:origin x="-931" y="115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641835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KPI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011614914"/>
              </p:ext>
            </p:extLst>
          </p:nvPr>
        </p:nvGraphicFramePr>
        <p:xfrm>
          <a:off x="194988" y="1156203"/>
          <a:ext cx="7166525" cy="895117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90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900" b="1" i="0" u="none" strike="noStrike" cap="none" dirty="0" smtClean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70" name="그림 1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231" y="8447554"/>
            <a:ext cx="643770" cy="807807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2823899" y="844812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2119694" y="924531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74" name="그룹 173"/>
          <p:cNvGrpSpPr/>
          <p:nvPr/>
        </p:nvGrpSpPr>
        <p:grpSpPr>
          <a:xfrm>
            <a:off x="630121" y="1116859"/>
            <a:ext cx="5684917" cy="7426025"/>
            <a:chOff x="630121" y="1180005"/>
            <a:chExt cx="5684917" cy="7426025"/>
          </a:xfrm>
        </p:grpSpPr>
        <p:grpSp>
          <p:nvGrpSpPr>
            <p:cNvPr id="175" name="그룹 174"/>
            <p:cNvGrpSpPr/>
            <p:nvPr/>
          </p:nvGrpSpPr>
          <p:grpSpPr>
            <a:xfrm>
              <a:off x="630121" y="1180005"/>
              <a:ext cx="5684917" cy="7426025"/>
              <a:chOff x="630121" y="1180005"/>
              <a:chExt cx="5684917" cy="7426025"/>
            </a:xfrm>
          </p:grpSpPr>
          <p:sp>
            <p:nvSpPr>
              <p:cNvPr id="180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5288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181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80005"/>
                <a:ext cx="5677110" cy="5624055"/>
                <a:chOff x="618003" y="1164507"/>
                <a:chExt cx="5677110" cy="5624055"/>
              </a:xfrm>
            </p:grpSpPr>
            <p:sp>
              <p:nvSpPr>
                <p:cNvPr id="182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3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2108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4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5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136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6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1190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7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1190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8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20951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9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745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0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1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5782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2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5781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3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4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387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5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6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5331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7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5331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8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509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76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91044" y="29877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7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42984" y="299554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8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518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9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42984" y="47478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99" name="그림 19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169" name="그림 168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33788" y="4726857"/>
            <a:ext cx="1334197" cy="1764000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913264" y="499687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67" name="그룹 166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68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201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KPI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584517794"/>
              </p:ext>
            </p:extLst>
          </p:nvPr>
        </p:nvGraphicFramePr>
        <p:xfrm>
          <a:off x="194988" y="1156203"/>
          <a:ext cx="7166525" cy="892795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785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오징어어묵바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⑤⑥⑰⑱</a:t>
                      </a:r>
                      <a:r>
                        <a:rPr lang="en-US" altLang="ko-KR" sz="900" b="0" i="0" u="none" strike="noStrike" cap="none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사과주스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하트파이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슈크림도넛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국산콩두유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④⑤⑭⑲</a:t>
                      </a:r>
                      <a:r>
                        <a:rPr lang="ko-KR" altLang="en-US" sz="9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164Kcal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쉬폰케이크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191Kcal</a:t>
                      </a:r>
                      <a:endParaRPr lang="ko-KR" altLang="en-US" sz="9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785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단팥빵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139Kcal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우리밀와플쿠키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야채고로케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딸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170Kcal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785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트로피컬주스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미니꽈배기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샐러드빵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우리밀붕어빵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9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endParaRPr lang="en-US" altLang="ko-KR" sz="900" b="0" i="0" u="none" strike="noStrike" cap="none" baseline="0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187Kcal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블루베리머핀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9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endParaRPr lang="en-US" altLang="ko-KR" sz="900" b="0" i="0" u="none" strike="noStrike" cap="none" baseline="0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소세지야채꼬지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  <a:r>
                        <a:rPr lang="ko-KR" altLang="en-US" sz="9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endParaRPr lang="en-US" altLang="ko-KR" sz="900" b="0" i="0" u="none" strike="noStrike" cap="none" baseline="0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188Kcal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버터크로와상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9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endParaRPr lang="en-US" altLang="ko-KR" sz="900" b="0" i="0" u="none" strike="noStrike" cap="none" baseline="0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1785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70" name="그림 1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311" y="8428686"/>
            <a:ext cx="643770" cy="807807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2828979" y="8429259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2124774" y="9226445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74" name="그룹 173"/>
          <p:cNvGrpSpPr/>
          <p:nvPr/>
        </p:nvGrpSpPr>
        <p:grpSpPr>
          <a:xfrm>
            <a:off x="630121" y="1116859"/>
            <a:ext cx="5684917" cy="7411511"/>
            <a:chOff x="630121" y="1180005"/>
            <a:chExt cx="5684917" cy="7411511"/>
          </a:xfrm>
        </p:grpSpPr>
        <p:grpSp>
          <p:nvGrpSpPr>
            <p:cNvPr id="175" name="그룹 174"/>
            <p:cNvGrpSpPr/>
            <p:nvPr/>
          </p:nvGrpSpPr>
          <p:grpSpPr>
            <a:xfrm>
              <a:off x="630121" y="1180005"/>
              <a:ext cx="5684917" cy="7411511"/>
              <a:chOff x="630121" y="1180005"/>
              <a:chExt cx="5684917" cy="7411511"/>
            </a:xfrm>
          </p:grpSpPr>
          <p:sp>
            <p:nvSpPr>
              <p:cNvPr id="180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60774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181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80005"/>
                <a:ext cx="5677110" cy="5638569"/>
                <a:chOff x="618003" y="1164507"/>
                <a:chExt cx="5677110" cy="5638569"/>
              </a:xfrm>
            </p:grpSpPr>
            <p:sp>
              <p:nvSpPr>
                <p:cNvPr id="182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3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22559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4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8672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5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2845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6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2667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7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266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8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22428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9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8908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0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8672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1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7233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2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7233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3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799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6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822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8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799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9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678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01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6782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8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654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76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91044" y="30022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7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42984" y="3010056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8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9541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9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42984" y="4791366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29" name="그림 22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169" name="그림 16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35167" y="4796132"/>
            <a:ext cx="1339200" cy="1714125"/>
          </a:xfrm>
          <a:prstGeom prst="rect">
            <a:avLst/>
          </a:prstGeom>
        </p:spPr>
      </p:pic>
      <p:sp>
        <p:nvSpPr>
          <p:cNvPr id="194" name="TextBox 193"/>
          <p:cNvSpPr txBox="1"/>
          <p:nvPr/>
        </p:nvSpPr>
        <p:spPr>
          <a:xfrm>
            <a:off x="913264" y="499687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67" name="그룹 166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68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195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3512139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1555</TotalTime>
  <Words>1138</Words>
  <Application>Microsoft Office PowerPoint</Application>
  <PresentationFormat>사용자 지정</PresentationFormat>
  <Paragraphs>330</Paragraphs>
  <Slides>2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슬라이드 1</vt:lpstr>
      <vt:lpstr>슬라이드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206</cp:revision>
  <cp:lastPrinted>2026-03-10T05:09:50Z</cp:lastPrinted>
  <dcterms:modified xsi:type="dcterms:W3CDTF">2026-07-22T03:48:16Z</dcterms:modified>
</cp:coreProperties>
</file>