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44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프랜시스파커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772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2026-07-22T01:42:27Z</dcterms:modified>
</cp:coreProperties>
</file>