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5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3041" autoAdjust="0"/>
    <p:restoredTop sz="94670"/>
  </p:normalViewPr>
  <p:slideViewPr>
    <p:cSldViewPr snapToGrid="0">
      <p:cViewPr>
        <p:scale>
          <a:sx n="100" d="100"/>
          <a:sy n="100" d="100"/>
        </p:scale>
        <p:origin x="-2165" y="170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찰리스빅레드하우스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06695828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3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4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6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087" y="8441958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43755" y="8442531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39550" y="9239717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8" name="그룹 25"/>
          <p:cNvGrpSpPr/>
          <p:nvPr/>
        </p:nvGrpSpPr>
        <p:grpSpPr>
          <a:xfrm>
            <a:off x="630121" y="1123991"/>
            <a:ext cx="5684917" cy="7413019"/>
            <a:chOff x="630121" y="1180005"/>
            <a:chExt cx="5684917" cy="7413019"/>
          </a:xfrm>
        </p:grpSpPr>
        <p:grpSp>
          <p:nvGrpSpPr>
            <p:cNvPr id="39" name="그룹 1"/>
            <p:cNvGrpSpPr/>
            <p:nvPr/>
          </p:nvGrpSpPr>
          <p:grpSpPr>
            <a:xfrm>
              <a:off x="630121" y="1180005"/>
              <a:ext cx="5684917" cy="7413019"/>
              <a:chOff x="630121" y="1180005"/>
              <a:chExt cx="5684917" cy="7413019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6228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40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5563"/>
                <a:chOff x="618003" y="1164507"/>
                <a:chExt cx="5677110" cy="5625563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0086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8030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37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9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94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955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8266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8030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93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932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482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48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24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9580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036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7" name="그림 26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5405" y="1150227"/>
            <a:ext cx="6724800" cy="1785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76952" y="1684989"/>
            <a:ext cx="4241910" cy="707886"/>
          </a:xfrm>
          <a:prstGeom prst="rect">
            <a:avLst/>
          </a:prstGeom>
          <a:noFill/>
          <a:effectLst>
            <a:outerShdw blurRad="88900" dir="27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spc="2000" dirty="0" smtClean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여름방</a:t>
            </a:r>
            <a:r>
              <a:rPr lang="ko-KR" altLang="en-US" sz="4000" spc="2000" dirty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학</a:t>
            </a:r>
          </a:p>
        </p:txBody>
      </p:sp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2215" y="4754473"/>
            <a:ext cx="1334197" cy="1749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7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6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734</Words>
  <Application>Microsoft Office PowerPoint</Application>
  <PresentationFormat>사용자 지정</PresentationFormat>
  <Paragraphs>227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206</cp:revision>
  <cp:lastPrinted>2026-03-10T05:09:50Z</cp:lastPrinted>
  <dcterms:modified xsi:type="dcterms:W3CDTF">2026-07-22T01:34:41Z</dcterms:modified>
</cp:coreProperties>
</file>