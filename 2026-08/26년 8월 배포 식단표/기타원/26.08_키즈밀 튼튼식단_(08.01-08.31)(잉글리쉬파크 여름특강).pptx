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64" y="123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잉글리쉬파크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3248034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우리밀크리스피롤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②③⑤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199444" y="45223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213" y="305534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81160" y="2812077"/>
            <a:ext cx="54917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88156" y="3469563"/>
            <a:ext cx="5864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en-US" altLang="ko-KR" sz="800" dirty="0" smtClean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8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44038" y="1118048"/>
            <a:ext cx="5671000" cy="269039"/>
            <a:chOff x="624113" y="1164507"/>
            <a:chExt cx="5671000" cy="269039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34219" y="11999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120280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120102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12010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119863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356</Words>
  <Application>Microsoft Office PowerPoint</Application>
  <PresentationFormat>사용자 지정</PresentationFormat>
  <Paragraphs>73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214</cp:revision>
  <cp:lastPrinted>2026-03-10T05:09:50Z</cp:lastPrinted>
  <dcterms:modified xsi:type="dcterms:W3CDTF">2026-07-24T04:10:38Z</dcterms:modified>
</cp:coreProperties>
</file>