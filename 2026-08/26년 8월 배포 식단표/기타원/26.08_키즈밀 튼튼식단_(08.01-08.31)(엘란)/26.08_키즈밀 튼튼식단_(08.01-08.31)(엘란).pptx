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3" r:id="rId2"/>
    <p:sldId id="274" r:id="rId3"/>
    <p:sldId id="275" r:id="rId4"/>
    <p:sldId id="276" r:id="rId5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278" y="281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우리밀크리스피롤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②③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콘샐러드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171Kcal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4517794"/>
              </p:ext>
            </p:extLst>
          </p:nvPr>
        </p:nvGraphicFramePr>
        <p:xfrm>
          <a:off x="194988" y="1156203"/>
          <a:ext cx="7166525" cy="892795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311" y="8428686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8979" y="8429259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24774" y="9226445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11511"/>
            <a:chOff x="630121" y="1180005"/>
            <a:chExt cx="5684917" cy="7411511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11511"/>
              <a:chOff x="630121" y="1180005"/>
              <a:chExt cx="5684917" cy="7411511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6077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38569"/>
                <a:chOff x="618003" y="1164507"/>
                <a:chExt cx="5677110" cy="5638569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2559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8672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284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2667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266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2428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8908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8672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7233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72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799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2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799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9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67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01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678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654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022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005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54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136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9" name="그림 2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7" y="4796132"/>
            <a:ext cx="1339200" cy="1714125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95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endParaRPr lang="ko-KR" altLang="en-US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endParaRPr lang="ko-KR" altLang="en-US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우리밀크리스피롤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콘샐러드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두부과자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171Kcal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2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2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4517794"/>
              </p:ext>
            </p:extLst>
          </p:nvPr>
        </p:nvGraphicFramePr>
        <p:xfrm>
          <a:off x="194988" y="1156203"/>
          <a:ext cx="7166525" cy="892795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endParaRPr lang="en-US" altLang="ko-KR" sz="900" b="0" i="0" u="none" strike="noStrike" cap="none" baseline="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endParaRPr lang="ko-KR" altLang="en-US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2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311" y="8428686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8979" y="8429259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24774" y="9226445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173"/>
          <p:cNvGrpSpPr/>
          <p:nvPr/>
        </p:nvGrpSpPr>
        <p:grpSpPr>
          <a:xfrm>
            <a:off x="630121" y="1116859"/>
            <a:ext cx="5684917" cy="7411511"/>
            <a:chOff x="630121" y="1180005"/>
            <a:chExt cx="5684917" cy="7411511"/>
          </a:xfrm>
        </p:grpSpPr>
        <p:grpSp>
          <p:nvGrpSpPr>
            <p:cNvPr id="25" name="그룹 174"/>
            <p:cNvGrpSpPr/>
            <p:nvPr/>
          </p:nvGrpSpPr>
          <p:grpSpPr>
            <a:xfrm>
              <a:off x="630121" y="1180005"/>
              <a:ext cx="5684917" cy="7411511"/>
              <a:chOff x="630121" y="1180005"/>
              <a:chExt cx="5684917" cy="7411511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6077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38569"/>
                <a:chOff x="618003" y="1164507"/>
                <a:chExt cx="5677110" cy="5638569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2559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8672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284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2667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266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2428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8908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8672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7233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72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799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2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799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9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67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01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678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654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022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005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54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136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9" name="그림 2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7" y="4796132"/>
            <a:ext cx="1339200" cy="1714125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95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2169</Words>
  <Application>Microsoft Office PowerPoint</Application>
  <PresentationFormat>사용자 지정</PresentationFormat>
  <Paragraphs>694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210</cp:revision>
  <cp:lastPrinted>2026-03-10T05:09:50Z</cp:lastPrinted>
  <dcterms:modified xsi:type="dcterms:W3CDTF">2026-07-22T05:49:50Z</dcterms:modified>
</cp:coreProperties>
</file>