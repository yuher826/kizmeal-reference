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2064" y="123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잉글리쉬파크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47305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5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en-US" altLang="ko-KR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7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콘샐러드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</a:t>
                      </a:r>
                      <a:endParaRPr lang="en-US" altLang="ko-KR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두부과자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171Kcal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현미쌀강정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5" name="그룹 25"/>
          <p:cNvGrpSpPr/>
          <p:nvPr/>
        </p:nvGrpSpPr>
        <p:grpSpPr>
          <a:xfrm>
            <a:off x="630121" y="1118048"/>
            <a:ext cx="5675515" cy="7427533"/>
            <a:chOff x="630121" y="1180005"/>
            <a:chExt cx="5675515" cy="7427533"/>
          </a:xfrm>
        </p:grpSpPr>
        <p:grpSp>
          <p:nvGrpSpPr>
            <p:cNvPr id="36" name="그룹 1"/>
            <p:cNvGrpSpPr/>
            <p:nvPr/>
          </p:nvGrpSpPr>
          <p:grpSpPr>
            <a:xfrm>
              <a:off x="630121" y="1180005"/>
              <a:ext cx="5675515" cy="7427533"/>
              <a:chOff x="630121" y="1180005"/>
              <a:chExt cx="5675515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8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73099" cy="5633981"/>
                <a:chOff x="612612" y="1164507"/>
                <a:chExt cx="5673099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79263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55" name="그림 154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5405" y="1158240"/>
            <a:ext cx="6724800" cy="1801971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1976952" y="1709373"/>
            <a:ext cx="4241910" cy="707886"/>
          </a:xfrm>
          <a:prstGeom prst="rect">
            <a:avLst/>
          </a:prstGeom>
          <a:noFill/>
          <a:effectLst>
            <a:outerShdw blurRad="88900" dir="27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spc="2000" dirty="0" smtClean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여름방</a:t>
            </a:r>
            <a:r>
              <a:rPr lang="ko-KR" altLang="en-US" sz="4000" spc="2000" dirty="0">
                <a:solidFill>
                  <a:srgbClr val="F0F8F3"/>
                </a:solidFill>
                <a:latin typeface="210 옴니고딕 020" panose="02020603020101020101" pitchFamily="18" charset="-127"/>
                <a:ea typeface="210 옴니고딕 020" panose="02020603020101020101" pitchFamily="18" charset="-127"/>
              </a:rPr>
              <a:t>학</a:t>
            </a: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709</Words>
  <Application>Microsoft Office PowerPoint</Application>
  <PresentationFormat>사용자 지정</PresentationFormat>
  <Paragraphs>217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214</cp:revision>
  <cp:lastPrinted>2026-03-10T05:09:50Z</cp:lastPrinted>
  <dcterms:modified xsi:type="dcterms:W3CDTF">2026-07-24T04:10:59Z</dcterms:modified>
</cp:coreProperties>
</file>